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</p:sldMasterIdLst>
  <p:notesMasterIdLst>
    <p:notesMasterId r:id="rId8"/>
  </p:notesMasterIdLst>
  <p:sldIdLst>
    <p:sldId id="312" r:id="rId2"/>
    <p:sldId id="258" r:id="rId3"/>
    <p:sldId id="295" r:id="rId4"/>
    <p:sldId id="302" r:id="rId5"/>
    <p:sldId id="313" r:id="rId6"/>
    <p:sldId id="308" r:id="rId7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panose="020B0604020202020204" pitchFamily="34" charset="0"/>
        <a:ea typeface="+mn-ea"/>
        <a:cs typeface="Arial" panose="020B0604020202020204" pitchFamily="34" charset="0"/>
        <a:sym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pos="461" userDrawn="1">
          <p15:clr>
            <a:srgbClr val="A4A3A4"/>
          </p15:clr>
        </p15:guide>
        <p15:guide id="2" orient="horz" pos="1117" userDrawn="1">
          <p15:clr>
            <a:srgbClr val="A4A3A4"/>
          </p15:clr>
        </p15:guide>
        <p15:guide id="3" pos="20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tena Juszko" initials="A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E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3A2CA1F-3267-4498-8071-7EE1E42671EB}">
  <a:tblStyle styleId="{C3A2CA1F-3267-4498-8071-7EE1E42671EB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  <a:fill>
          <a:solidFill>
            <a:srgbClr val="F7E8E7"/>
          </a:solidFill>
        </a:fill>
      </a:tcStyle>
    </a:wholeTbl>
    <a:band1H>
      <a:tcStyle>
        <a:tcBdr/>
        <a:fill>
          <a:solidFill>
            <a:srgbClr val="EFCECA"/>
          </a:solidFill>
        </a:fill>
      </a:tcStyle>
    </a:band1H>
    <a:band1V>
      <a:tcStyle>
        <a:tcBdr/>
        <a:fill>
          <a:solidFill>
            <a:srgbClr val="EFCECA"/>
          </a:solidFill>
        </a:fill>
      </a:tcStyle>
    </a:band1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181" autoAdjust="0"/>
    <p:restoredTop sz="93924" autoAdjust="0"/>
  </p:normalViewPr>
  <p:slideViewPr>
    <p:cSldViewPr snapToGrid="0" showGuides="1">
      <p:cViewPr varScale="1">
        <p:scale>
          <a:sx n="126" d="100"/>
          <a:sy n="126" d="100"/>
        </p:scale>
        <p:origin x="282" y="132"/>
      </p:cViewPr>
      <p:guideLst>
        <p:guide pos="461"/>
        <p:guide orient="horz" pos="1117"/>
        <p:guide pos="209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hape 3">
            <a:extLst>
              <a:ext uri="{FF2B5EF4-FFF2-40B4-BE49-F238E27FC236}">
                <a16:creationId xmlns:a16="http://schemas.microsoft.com/office/drawing/2014/main" id="{8E3C5365-1581-49F3-8D6A-95F71D5B9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custGeom>
            <a:avLst/>
            <a:gdLst>
              <a:gd name="T0" fmla="*/ 0 w 120000"/>
              <a:gd name="T1" fmla="*/ 0 h 120000"/>
              <a:gd name="T2" fmla="*/ 2147483646 w 120000"/>
              <a:gd name="T3" fmla="*/ 0 h 120000"/>
              <a:gd name="T4" fmla="*/ 2147483646 w 120000"/>
              <a:gd name="T5" fmla="*/ 2147483646 h 120000"/>
              <a:gd name="T6" fmla="*/ 0 w 120000"/>
              <a:gd name="T7" fmla="*/ 2147483646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20000"/>
              <a:gd name="T16" fmla="*/ 0 h 120000"/>
              <a:gd name="T17" fmla="*/ 120000 w 120000"/>
              <a:gd name="T18" fmla="*/ 120000 h 1200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E7631668-2398-49C3-8EE3-5BD8AAADDD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buSzPct val="100000"/>
              <a:buChar char="●"/>
              <a:defRPr sz="1100"/>
            </a:lvl1pPr>
            <a:lvl2pPr lvl="1">
              <a:spcBef>
                <a:spcPts val="0"/>
              </a:spcBef>
              <a:buSzPct val="100000"/>
              <a:buChar char="○"/>
              <a:defRPr sz="1100"/>
            </a:lvl2pPr>
            <a:lvl3pPr lvl="2">
              <a:spcBef>
                <a:spcPts val="0"/>
              </a:spcBef>
              <a:buSzPct val="100000"/>
              <a:buChar char="■"/>
              <a:defRPr sz="1100"/>
            </a:lvl3pPr>
            <a:lvl4pPr lvl="3">
              <a:spcBef>
                <a:spcPts val="0"/>
              </a:spcBef>
              <a:buSzPct val="100000"/>
              <a:buChar char="●"/>
              <a:defRPr sz="1100"/>
            </a:lvl4pPr>
            <a:lvl5pPr lvl="4">
              <a:spcBef>
                <a:spcPts val="0"/>
              </a:spcBef>
              <a:buSzPct val="100000"/>
              <a:buChar char="○"/>
              <a:defRPr sz="1100"/>
            </a:lvl5pPr>
            <a:lvl6pPr lvl="5">
              <a:spcBef>
                <a:spcPts val="0"/>
              </a:spcBef>
              <a:buSzPct val="100000"/>
              <a:buChar char="■"/>
              <a:defRPr sz="1100"/>
            </a:lvl6pPr>
            <a:lvl7pPr lvl="6">
              <a:spcBef>
                <a:spcPts val="0"/>
              </a:spcBef>
              <a:buSzPct val="100000"/>
              <a:buChar char="●"/>
              <a:defRPr sz="1100"/>
            </a:lvl7pPr>
            <a:lvl8pPr lvl="7">
              <a:spcBef>
                <a:spcPts val="0"/>
              </a:spcBef>
              <a:buSzPct val="100000"/>
              <a:buChar char="○"/>
              <a:defRPr sz="1100"/>
            </a:lvl8pPr>
            <a:lvl9pPr lvl="8">
              <a:spcBef>
                <a:spcPts val="0"/>
              </a:spcBef>
              <a:buSzPct val="100000"/>
              <a:buChar char="■"/>
              <a:defRPr sz="1100"/>
            </a:lvl9pPr>
          </a:lstStyle>
          <a:p>
            <a:pPr lvl="0"/>
            <a:endParaRPr noProof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231508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hape 78">
            <a:extLst>
              <a:ext uri="{FF2B5EF4-FFF2-40B4-BE49-F238E27FC236}">
                <a16:creationId xmlns:a16="http://schemas.microsoft.com/office/drawing/2014/main" id="{4B7BB0ED-0AFA-47B1-856C-D46D69762D2B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4339" name="Shape 79">
            <a:extLst>
              <a:ext uri="{FF2B5EF4-FFF2-40B4-BE49-F238E27FC236}">
                <a16:creationId xmlns:a16="http://schemas.microsoft.com/office/drawing/2014/main" id="{02B09F9F-3EDB-45A2-9AB4-46A8E1AF097E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hape 78">
            <a:extLst>
              <a:ext uri="{FF2B5EF4-FFF2-40B4-BE49-F238E27FC236}">
                <a16:creationId xmlns:a16="http://schemas.microsoft.com/office/drawing/2014/main" id="{DFCE26EC-F7A6-4F26-90F8-D894EE96330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6387" name="Shape 79">
            <a:extLst>
              <a:ext uri="{FF2B5EF4-FFF2-40B4-BE49-F238E27FC236}">
                <a16:creationId xmlns:a16="http://schemas.microsoft.com/office/drawing/2014/main" id="{897A0350-1C47-4D9C-9EAA-9EC29F29701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hape 78">
            <a:extLst>
              <a:ext uri="{FF2B5EF4-FFF2-40B4-BE49-F238E27FC236}">
                <a16:creationId xmlns:a16="http://schemas.microsoft.com/office/drawing/2014/main" id="{2EAE3C5D-3DAA-47E5-ADF7-A09E88451E2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18435" name="Shape 79">
            <a:extLst>
              <a:ext uri="{FF2B5EF4-FFF2-40B4-BE49-F238E27FC236}">
                <a16:creationId xmlns:a16="http://schemas.microsoft.com/office/drawing/2014/main" id="{D738C88F-B9C7-4EC2-941A-595BC6774EC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hape 78">
            <a:extLst>
              <a:ext uri="{FF2B5EF4-FFF2-40B4-BE49-F238E27FC236}">
                <a16:creationId xmlns:a16="http://schemas.microsoft.com/office/drawing/2014/main" id="{7FFB1CF1-37D5-4C20-89F7-EB03D859538C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20483" name="Shape 79">
            <a:extLst>
              <a:ext uri="{FF2B5EF4-FFF2-40B4-BE49-F238E27FC236}">
                <a16:creationId xmlns:a16="http://schemas.microsoft.com/office/drawing/2014/main" id="{7F850E07-2536-4D8D-80F4-5CEDF81C4F2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hape 284">
            <a:extLst>
              <a:ext uri="{FF2B5EF4-FFF2-40B4-BE49-F238E27FC236}">
                <a16:creationId xmlns:a16="http://schemas.microsoft.com/office/drawing/2014/main" id="{BC9024E9-907C-460B-B80A-2CBD9AAE4157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ctr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  <a:buSzTx/>
              <a:buFontTx/>
              <a:buNone/>
            </a:pPr>
            <a:endParaRPr lang="en-US" altLang="en-US"/>
          </a:p>
        </p:txBody>
      </p:sp>
      <p:sp>
        <p:nvSpPr>
          <p:cNvPr id="22531" name="Shape 285">
            <a:extLst>
              <a:ext uri="{FF2B5EF4-FFF2-40B4-BE49-F238E27FC236}">
                <a16:creationId xmlns:a16="http://schemas.microsoft.com/office/drawing/2014/main" id="{D7951545-AF75-4C36-B618-BBA5C9BB3636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noFill/>
          <a:ln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415600" y="593366"/>
            <a:ext cx="11360700" cy="7635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9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9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5AA25945-604A-4D30-B173-3CEC1BE05402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F3E6F34F-7494-406E-AA7E-9CA4AD0BD5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60266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="b"/>
          <a:lstStyle>
            <a:lvl1pPr lvl="0">
              <a:spcBef>
                <a:spcPts val="0"/>
              </a:spcBef>
              <a:buSzPct val="100000"/>
              <a:defRPr sz="3200"/>
            </a:lvl1pPr>
            <a:lvl2pPr lvl="1">
              <a:spcBef>
                <a:spcPts val="0"/>
              </a:spcBef>
              <a:buSzPct val="100000"/>
              <a:defRPr sz="3200"/>
            </a:lvl2pPr>
            <a:lvl3pPr lvl="2">
              <a:spcBef>
                <a:spcPts val="0"/>
              </a:spcBef>
              <a:buSzPct val="100000"/>
              <a:defRPr sz="3200"/>
            </a:lvl3pPr>
            <a:lvl4pPr lvl="3">
              <a:spcBef>
                <a:spcPts val="0"/>
              </a:spcBef>
              <a:buSzPct val="100000"/>
              <a:defRPr sz="3200"/>
            </a:lvl4pPr>
            <a:lvl5pPr lvl="4">
              <a:spcBef>
                <a:spcPts val="0"/>
              </a:spcBef>
              <a:buSzPct val="100000"/>
              <a:defRPr sz="3200"/>
            </a:lvl5pPr>
            <a:lvl6pPr lvl="5">
              <a:spcBef>
                <a:spcPts val="0"/>
              </a:spcBef>
              <a:buSzPct val="100000"/>
              <a:defRPr sz="3200"/>
            </a:lvl6pPr>
            <a:lvl7pPr lvl="6">
              <a:spcBef>
                <a:spcPts val="0"/>
              </a:spcBef>
              <a:buSzPct val="100000"/>
              <a:defRPr sz="3200"/>
            </a:lvl7pPr>
            <a:lvl8pPr lvl="7">
              <a:spcBef>
                <a:spcPts val="0"/>
              </a:spcBef>
              <a:buSzPct val="100000"/>
              <a:defRPr sz="3200"/>
            </a:lvl8pPr>
            <a:lvl9pPr lvl="8">
              <a:spcBef>
                <a:spcPts val="0"/>
              </a:spcBef>
              <a:buSzPct val="100000"/>
              <a:defRPr sz="32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buSzPct val="100000"/>
              <a:defRPr sz="1600"/>
            </a:lvl1pPr>
            <a:lvl2pPr lvl="1">
              <a:spcBef>
                <a:spcPts val="0"/>
              </a:spcBef>
              <a:buSzPct val="100000"/>
              <a:defRPr sz="1600"/>
            </a:lvl2pPr>
            <a:lvl3pPr lvl="2">
              <a:spcBef>
                <a:spcPts val="0"/>
              </a:spcBef>
              <a:buSzPct val="100000"/>
              <a:defRPr sz="1600"/>
            </a:lvl3pPr>
            <a:lvl4pPr lvl="3">
              <a:spcBef>
                <a:spcPts val="0"/>
              </a:spcBef>
              <a:buSzPct val="100000"/>
              <a:defRPr sz="1600"/>
            </a:lvl4pPr>
            <a:lvl5pPr lvl="4">
              <a:spcBef>
                <a:spcPts val="0"/>
              </a:spcBef>
              <a:buSzPct val="100000"/>
              <a:defRPr sz="1600"/>
            </a:lvl5pPr>
            <a:lvl6pPr lvl="5">
              <a:spcBef>
                <a:spcPts val="0"/>
              </a:spcBef>
              <a:buSzPct val="100000"/>
              <a:defRPr sz="1600"/>
            </a:lvl6pPr>
            <a:lvl7pPr lvl="6">
              <a:spcBef>
                <a:spcPts val="0"/>
              </a:spcBef>
              <a:buSzPct val="100000"/>
              <a:defRPr sz="1600"/>
            </a:lvl7pPr>
            <a:lvl8pPr lvl="7">
              <a:spcBef>
                <a:spcPts val="0"/>
              </a:spcBef>
              <a:buSzPct val="100000"/>
              <a:defRPr sz="1600"/>
            </a:lvl8pPr>
            <a:lvl9pPr lvl="8">
              <a:spcBef>
                <a:spcPts val="0"/>
              </a:spcBef>
              <a:buSzPct val="100000"/>
              <a:defRPr sz="1600"/>
            </a:lvl9pPr>
          </a:lstStyle>
          <a:p>
            <a:endParaRPr/>
          </a:p>
        </p:txBody>
      </p:sp>
      <p:sp>
        <p:nvSpPr>
          <p:cNvPr id="4" name="Shape 31">
            <a:extLst>
              <a:ext uri="{FF2B5EF4-FFF2-40B4-BE49-F238E27FC236}">
                <a16:creationId xmlns:a16="http://schemas.microsoft.com/office/drawing/2014/main" id="{F6BF6AF9-49B1-4529-9FAD-2C511ADED130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B382F2CA-F4A4-49A8-BCB2-3ACFCD80F8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73501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653666" y="600200"/>
            <a:ext cx="8490300" cy="5454300"/>
          </a:xfrm>
          <a:prstGeom prst="rect">
            <a:avLst/>
          </a:prstGeom>
        </p:spPr>
        <p:txBody>
          <a:bodyPr anchor="ctr"/>
          <a:lstStyle>
            <a:lvl1pPr lvl="0">
              <a:spcBef>
                <a:spcPts val="0"/>
              </a:spcBef>
              <a:buSzPct val="100000"/>
              <a:defRPr sz="6400"/>
            </a:lvl1pPr>
            <a:lvl2pPr lvl="1">
              <a:spcBef>
                <a:spcPts val="0"/>
              </a:spcBef>
              <a:buSzPct val="100000"/>
              <a:defRPr sz="6400"/>
            </a:lvl2pPr>
            <a:lvl3pPr lvl="2">
              <a:spcBef>
                <a:spcPts val="0"/>
              </a:spcBef>
              <a:buSzPct val="100000"/>
              <a:defRPr sz="6400"/>
            </a:lvl3pPr>
            <a:lvl4pPr lvl="3">
              <a:spcBef>
                <a:spcPts val="0"/>
              </a:spcBef>
              <a:buSzPct val="100000"/>
              <a:defRPr sz="6400"/>
            </a:lvl4pPr>
            <a:lvl5pPr lvl="4">
              <a:spcBef>
                <a:spcPts val="0"/>
              </a:spcBef>
              <a:buSzPct val="100000"/>
              <a:defRPr sz="6400"/>
            </a:lvl5pPr>
            <a:lvl6pPr lvl="5">
              <a:spcBef>
                <a:spcPts val="0"/>
              </a:spcBef>
              <a:buSzPct val="100000"/>
              <a:defRPr sz="6400"/>
            </a:lvl6pPr>
            <a:lvl7pPr lvl="6">
              <a:spcBef>
                <a:spcPts val="0"/>
              </a:spcBef>
              <a:buSzPct val="100000"/>
              <a:defRPr sz="6400"/>
            </a:lvl7pPr>
            <a:lvl8pPr lvl="7">
              <a:spcBef>
                <a:spcPts val="0"/>
              </a:spcBef>
              <a:buSzPct val="100000"/>
              <a:defRPr sz="6400"/>
            </a:lvl8pPr>
            <a:lvl9pPr lvl="8">
              <a:spcBef>
                <a:spcPts val="0"/>
              </a:spcBef>
              <a:buSzPct val="100000"/>
              <a:defRPr sz="6400"/>
            </a:lvl9pPr>
          </a:lstStyle>
          <a:p>
            <a:endParaRPr/>
          </a:p>
        </p:txBody>
      </p:sp>
      <p:sp>
        <p:nvSpPr>
          <p:cNvPr id="3" name="Shape 34">
            <a:extLst>
              <a:ext uri="{FF2B5EF4-FFF2-40B4-BE49-F238E27FC236}">
                <a16:creationId xmlns:a16="http://schemas.microsoft.com/office/drawing/2014/main" id="{DCF53DF5-BBF2-46D1-A143-2D5F1E027759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56FD73A5-139E-4F86-802E-DC2DA46F4A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3952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6">
            <a:extLst>
              <a:ext uri="{FF2B5EF4-FFF2-40B4-BE49-F238E27FC236}">
                <a16:creationId xmlns:a16="http://schemas.microsoft.com/office/drawing/2014/main" id="{2F1CF929-6F29-49EC-88C0-CCCE8A8A9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1900" tIns="121900" rIns="121900" bIns="121900" anchor="ctr"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anchor="b"/>
          <a:lstStyle>
            <a:lvl1pPr lvl="0" algn="ctr">
              <a:spcBef>
                <a:spcPts val="0"/>
              </a:spcBef>
              <a:buSzPct val="100000"/>
              <a:defRPr sz="5600"/>
            </a:lvl1pPr>
            <a:lvl2pPr lvl="1" algn="ctr">
              <a:spcBef>
                <a:spcPts val="0"/>
              </a:spcBef>
              <a:buSzPct val="100000"/>
              <a:defRPr sz="5600"/>
            </a:lvl2pPr>
            <a:lvl3pPr lvl="2" algn="ctr">
              <a:spcBef>
                <a:spcPts val="0"/>
              </a:spcBef>
              <a:buSzPct val="100000"/>
              <a:defRPr sz="5600"/>
            </a:lvl3pPr>
            <a:lvl4pPr lvl="3" algn="ctr">
              <a:spcBef>
                <a:spcPts val="0"/>
              </a:spcBef>
              <a:buSzPct val="100000"/>
              <a:defRPr sz="5600"/>
            </a:lvl4pPr>
            <a:lvl5pPr lvl="4" algn="ctr">
              <a:spcBef>
                <a:spcPts val="0"/>
              </a:spcBef>
              <a:buSzPct val="100000"/>
              <a:defRPr sz="5600"/>
            </a:lvl5pPr>
            <a:lvl6pPr lvl="5" algn="ctr">
              <a:spcBef>
                <a:spcPts val="0"/>
              </a:spcBef>
              <a:buSzPct val="100000"/>
              <a:defRPr sz="5600"/>
            </a:lvl6pPr>
            <a:lvl7pPr lvl="6" algn="ctr">
              <a:spcBef>
                <a:spcPts val="0"/>
              </a:spcBef>
              <a:buSzPct val="100000"/>
              <a:defRPr sz="5600"/>
            </a:lvl7pPr>
            <a:lvl8pPr lvl="7" algn="ctr">
              <a:spcBef>
                <a:spcPts val="0"/>
              </a:spcBef>
              <a:buSzPct val="100000"/>
              <a:defRPr sz="5600"/>
            </a:lvl8pPr>
            <a:lvl9pPr lvl="8" algn="ctr">
              <a:spcBef>
                <a:spcPts val="0"/>
              </a:spcBef>
              <a:buSzPct val="100000"/>
              <a:defRPr sz="56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anchor="ctr"/>
          <a:lstStyle>
            <a:lvl1pPr lvl="0">
              <a:spcBef>
                <a:spcPts val="0"/>
              </a:spcBef>
              <a:defRPr/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6" name="Shape 40">
            <a:extLst>
              <a:ext uri="{FF2B5EF4-FFF2-40B4-BE49-F238E27FC236}">
                <a16:creationId xmlns:a16="http://schemas.microsoft.com/office/drawing/2014/main" id="{09F0F9CF-0F18-4D56-B7ED-2D2064AA4481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34D7D458-3450-4732-98A6-E61D5405BD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6011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415600" y="5640766"/>
            <a:ext cx="7998300" cy="806700"/>
          </a:xfrm>
          <a:prstGeom prst="rect">
            <a:avLst/>
          </a:prstGeom>
        </p:spPr>
        <p:txBody>
          <a:bodyPr anchor="ctr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>
            <a:endParaRPr/>
          </a:p>
        </p:txBody>
      </p:sp>
      <p:sp>
        <p:nvSpPr>
          <p:cNvPr id="3" name="Shape 43">
            <a:extLst>
              <a:ext uri="{FF2B5EF4-FFF2-40B4-BE49-F238E27FC236}">
                <a16:creationId xmlns:a16="http://schemas.microsoft.com/office/drawing/2014/main" id="{FBD7CDB8-17C8-4BD1-B9CD-5A5B8321C7F7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ABD38D30-4857-444A-961E-FFCFB56315F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5275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anchor="b"/>
          <a:lstStyle>
            <a:lvl1pPr lvl="0" algn="ctr">
              <a:spcBef>
                <a:spcPts val="0"/>
              </a:spcBef>
              <a:buSzPct val="100000"/>
              <a:defRPr sz="16000"/>
            </a:lvl1pPr>
            <a:lvl2pPr lvl="1" algn="ctr">
              <a:spcBef>
                <a:spcPts val="0"/>
              </a:spcBef>
              <a:buSzPct val="100000"/>
              <a:defRPr sz="16000"/>
            </a:lvl2pPr>
            <a:lvl3pPr lvl="2" algn="ctr">
              <a:spcBef>
                <a:spcPts val="0"/>
              </a:spcBef>
              <a:buSzPct val="100000"/>
              <a:defRPr sz="16000"/>
            </a:lvl3pPr>
            <a:lvl4pPr lvl="3" algn="ctr">
              <a:spcBef>
                <a:spcPts val="0"/>
              </a:spcBef>
              <a:buSzPct val="100000"/>
              <a:defRPr sz="16000"/>
            </a:lvl4pPr>
            <a:lvl5pPr lvl="4" algn="ctr">
              <a:spcBef>
                <a:spcPts val="0"/>
              </a:spcBef>
              <a:buSzPct val="100000"/>
              <a:defRPr sz="16000"/>
            </a:lvl5pPr>
            <a:lvl6pPr lvl="5" algn="ctr">
              <a:spcBef>
                <a:spcPts val="0"/>
              </a:spcBef>
              <a:buSzPct val="100000"/>
              <a:defRPr sz="16000"/>
            </a:lvl6pPr>
            <a:lvl7pPr lvl="6" algn="ctr">
              <a:spcBef>
                <a:spcPts val="0"/>
              </a:spcBef>
              <a:buSzPct val="100000"/>
              <a:defRPr sz="16000"/>
            </a:lvl7pPr>
            <a:lvl8pPr lvl="7" algn="ctr">
              <a:spcBef>
                <a:spcPts val="0"/>
              </a:spcBef>
              <a:buSzPct val="100000"/>
              <a:defRPr sz="16000"/>
            </a:lvl8pPr>
            <a:lvl9pPr lvl="8" algn="ctr">
              <a:spcBef>
                <a:spcPts val="0"/>
              </a:spcBef>
              <a:buSzPct val="100000"/>
              <a:defRPr sz="16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415600" y="4202966"/>
            <a:ext cx="11360700" cy="1734300"/>
          </a:xfrm>
          <a:prstGeom prst="rect">
            <a:avLst/>
          </a:prstGeom>
        </p:spPr>
        <p:txBody>
          <a:bodyPr/>
          <a:lstStyle>
            <a:lvl1pPr lvl="0" algn="ctr">
              <a:spcBef>
                <a:spcPts val="0"/>
              </a:spcBef>
              <a:defRPr/>
            </a:lvl1pPr>
            <a:lvl2pPr lvl="1" algn="ctr">
              <a:spcBef>
                <a:spcPts val="0"/>
              </a:spcBef>
              <a:defRPr/>
            </a:lvl2pPr>
            <a:lvl3pPr lvl="2" algn="ctr">
              <a:spcBef>
                <a:spcPts val="0"/>
              </a:spcBef>
              <a:defRPr/>
            </a:lvl3pPr>
            <a:lvl4pPr lvl="3" algn="ctr">
              <a:spcBef>
                <a:spcPts val="0"/>
              </a:spcBef>
              <a:defRPr/>
            </a:lvl4pPr>
            <a:lvl5pPr lvl="4" algn="ctr">
              <a:spcBef>
                <a:spcPts val="0"/>
              </a:spcBef>
              <a:defRPr/>
            </a:lvl5pPr>
            <a:lvl6pPr lvl="5" algn="ctr">
              <a:spcBef>
                <a:spcPts val="0"/>
              </a:spcBef>
              <a:defRPr/>
            </a:lvl6pPr>
            <a:lvl7pPr lvl="6" algn="ctr">
              <a:spcBef>
                <a:spcPts val="0"/>
              </a:spcBef>
              <a:defRPr/>
            </a:lvl7pPr>
            <a:lvl8pPr lvl="7" algn="ctr">
              <a:spcBef>
                <a:spcPts val="0"/>
              </a:spcBef>
              <a:defRPr/>
            </a:lvl8pPr>
            <a:lvl9pPr lvl="8" algn="ctr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4" name="Shape 47">
            <a:extLst>
              <a:ext uri="{FF2B5EF4-FFF2-40B4-BE49-F238E27FC236}">
                <a16:creationId xmlns:a16="http://schemas.microsoft.com/office/drawing/2014/main" id="{7C752BFB-43E7-40DC-A87A-E0B84DA4F4A9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443BE6D5-9292-4C5B-B634-9615F191C7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285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54">
            <a:extLst>
              <a:ext uri="{FF2B5EF4-FFF2-40B4-BE49-F238E27FC236}">
                <a16:creationId xmlns:a16="http://schemas.microsoft.com/office/drawing/2014/main" id="{393F6C85-ABE2-439D-807C-13F883C1143E}"/>
              </a:ext>
            </a:extLst>
          </p:cNvPr>
          <p:cNvSpPr txBox="1">
            <a:spLocks noGrp="1" noChangeArrowheads="1"/>
          </p:cNvSpPr>
          <p:nvPr>
            <p:ph type="ftr" idx="10"/>
          </p:nvPr>
        </p:nvSpPr>
        <p:spPr bwMode="auto">
          <a:xfrm>
            <a:off x="274638" y="6343650"/>
            <a:ext cx="6327775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100">
                <a:solidFill>
                  <a:srgbClr val="595959"/>
                </a:solidFill>
                <a:latin typeface="Open Sans" panose="020B0606030504020204" pitchFamily="34" charset="0"/>
                <a:cs typeface="Open Sans" panose="020B0606030504020204" pitchFamily="34" charset="0"/>
                <a:sym typeface="Rockwell" panose="02060603020205020403" pitchFamily="18" charset="77"/>
              </a:defRPr>
            </a:lvl1pPr>
          </a:lstStyle>
          <a:p>
            <a:pPr>
              <a:defRPr/>
            </a:pPr>
            <a:r>
              <a:rPr lang="en-US" altLang="en-US"/>
              <a:t>Pearson  (c) 2018      Gold Experience 2nd Edition C1 / B2+ / B2</a:t>
            </a:r>
          </a:p>
        </p:txBody>
      </p:sp>
    </p:spTree>
    <p:extLst>
      <p:ext uri="{BB962C8B-B14F-4D97-AF65-F5344CB8AC3E}">
        <p14:creationId xmlns:p14="http://schemas.microsoft.com/office/powerpoint/2010/main" val="61338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anchor="ctr"/>
          <a:lstStyle>
            <a:lvl1pPr lvl="0" algn="ctr">
              <a:spcBef>
                <a:spcPts val="0"/>
              </a:spcBef>
              <a:buSzPct val="100000"/>
              <a:defRPr sz="4800"/>
            </a:lvl1pPr>
            <a:lvl2pPr lvl="1" algn="ctr">
              <a:spcBef>
                <a:spcPts val="0"/>
              </a:spcBef>
              <a:buSzPct val="100000"/>
              <a:defRPr sz="4800"/>
            </a:lvl2pPr>
            <a:lvl3pPr lvl="2" algn="ctr">
              <a:spcBef>
                <a:spcPts val="0"/>
              </a:spcBef>
              <a:buSzPct val="100000"/>
              <a:defRPr sz="4800"/>
            </a:lvl3pPr>
            <a:lvl4pPr lvl="3" algn="ctr">
              <a:spcBef>
                <a:spcPts val="0"/>
              </a:spcBef>
              <a:buSzPct val="100000"/>
              <a:defRPr sz="4800"/>
            </a:lvl4pPr>
            <a:lvl5pPr lvl="4" algn="ctr">
              <a:spcBef>
                <a:spcPts val="0"/>
              </a:spcBef>
              <a:buSzPct val="100000"/>
              <a:defRPr sz="4800"/>
            </a:lvl5pPr>
            <a:lvl6pPr lvl="5" algn="ctr">
              <a:spcBef>
                <a:spcPts val="0"/>
              </a:spcBef>
              <a:buSzPct val="100000"/>
              <a:defRPr sz="4800"/>
            </a:lvl6pPr>
            <a:lvl7pPr lvl="6" algn="ctr">
              <a:spcBef>
                <a:spcPts val="0"/>
              </a:spcBef>
              <a:buSzPct val="100000"/>
              <a:defRPr sz="4800"/>
            </a:lvl7pPr>
            <a:lvl8pPr lvl="7" algn="ctr">
              <a:spcBef>
                <a:spcPts val="0"/>
              </a:spcBef>
              <a:buSzPct val="100000"/>
              <a:defRPr sz="4800"/>
            </a:lvl8pPr>
            <a:lvl9pPr lvl="8" algn="ctr">
              <a:spcBef>
                <a:spcPts val="0"/>
              </a:spcBef>
              <a:buSzPct val="100000"/>
              <a:defRPr sz="4800"/>
            </a:lvl9pPr>
          </a:lstStyle>
          <a:p>
            <a:endParaRPr/>
          </a:p>
        </p:txBody>
      </p:sp>
      <p:sp>
        <p:nvSpPr>
          <p:cNvPr id="3" name="Shape 15">
            <a:extLst>
              <a:ext uri="{FF2B5EF4-FFF2-40B4-BE49-F238E27FC236}">
                <a16:creationId xmlns:a16="http://schemas.microsoft.com/office/drawing/2014/main" id="{5A33CFD6-7C59-4CE1-8775-8D91175C6F10}"/>
              </a:ext>
            </a:extLst>
          </p:cNvPr>
          <p:cNvSpPr txBox="1"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 algn="l">
              <a:defRPr sz="1400">
                <a:solidFill>
                  <a:srgbClr val="000000"/>
                </a:solidFill>
              </a:defRPr>
            </a:lvl1pPr>
          </a:lstStyle>
          <a:p>
            <a:fld id="{282C3BF4-DCD7-434E-9A38-C5FB12D4E8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3132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hape 6">
            <a:extLst>
              <a:ext uri="{FF2B5EF4-FFF2-40B4-BE49-F238E27FC236}">
                <a16:creationId xmlns:a16="http://schemas.microsoft.com/office/drawing/2014/main" id="{194D5A3C-411C-4192-AE4B-C365F1C06C86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415925" y="593725"/>
            <a:ext cx="11360150" cy="76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7" name="Shape 7">
            <a:extLst>
              <a:ext uri="{FF2B5EF4-FFF2-40B4-BE49-F238E27FC236}">
                <a16:creationId xmlns:a16="http://schemas.microsoft.com/office/drawing/2014/main" id="{552A1015-7C93-4F84-A80D-A2331D10E57F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415925" y="1536700"/>
            <a:ext cx="11360150" cy="4554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>
              <a:sym typeface="Arial" panose="020B0604020202020204" pitchFamily="34" charset="0"/>
            </a:endParaRPr>
          </a:p>
        </p:txBody>
      </p:sp>
      <p:sp>
        <p:nvSpPr>
          <p:cNvPr id="1028" name="Shape 8">
            <a:extLst>
              <a:ext uri="{FF2B5EF4-FFF2-40B4-BE49-F238E27FC236}">
                <a16:creationId xmlns:a16="http://schemas.microsoft.com/office/drawing/2014/main" id="{CFFFEC77-69C3-47EE-9532-09573B279061}"/>
              </a:ext>
            </a:extLst>
          </p:cNvPr>
          <p:cNvSpPr txBox="1">
            <a:spLocks noGrp="1" noChangeArrowheads="1"/>
          </p:cNvSpPr>
          <p:nvPr>
            <p:ph type="sldNum" idx="12"/>
          </p:nvPr>
        </p:nvSpPr>
        <p:spPr bwMode="auto">
          <a:xfrm>
            <a:off x="11296650" y="6218238"/>
            <a:ext cx="731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21900" tIns="121900" rIns="121900" bIns="12190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solidFill>
                  <a:srgbClr val="595959"/>
                </a:solidFill>
              </a:defRPr>
            </a:lvl1pPr>
          </a:lstStyle>
          <a:p>
            <a:fld id="{F6740F7C-CDE4-4213-A346-C60D170B7A5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7B076415-3C4E-D64F-99E7-7590F7157E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Shape 58"/>
          <p:cNvSpPr txBox="1">
            <a:spLocks/>
          </p:cNvSpPr>
          <p:nvPr/>
        </p:nvSpPr>
        <p:spPr>
          <a:xfrm>
            <a:off x="-105440" y="4176974"/>
            <a:ext cx="12402880" cy="913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90000"/>
              </a:lnSpc>
              <a:buClr>
                <a:srgbClr val="9E3611"/>
              </a:buClr>
              <a:buSzPts val="900"/>
            </a:pPr>
            <a:r>
              <a:rPr lang="pl-PL" sz="6600" b="1" dirty="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</a:p>
          <a:p>
            <a:pPr algn="ctr">
              <a:lnSpc>
                <a:spcPct val="90000"/>
              </a:lnSpc>
              <a:buClr>
                <a:srgbClr val="9E3611"/>
              </a:buClr>
              <a:buSzPts val="900"/>
            </a:pPr>
            <a:r>
              <a:rPr lang="pl-PL" sz="6600" b="1" dirty="0" err="1">
                <a:solidFill>
                  <a:srgbClr val="E50145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r>
              <a:rPr lang="pl-PL" sz="6600" b="1" dirty="0">
                <a:solidFill>
                  <a:srgbClr val="E50145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Perfect </a:t>
            </a:r>
            <a:r>
              <a:rPr lang="pl-PL" sz="6600" b="1" dirty="0" err="1">
                <a:solidFill>
                  <a:srgbClr val="E50145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Continuous</a:t>
            </a:r>
            <a:endParaRPr lang="pl-PL" sz="6600" b="1" dirty="0">
              <a:solidFill>
                <a:srgbClr val="E50145"/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8" name="Shape 58"/>
          <p:cNvSpPr txBox="1">
            <a:spLocks/>
          </p:cNvSpPr>
          <p:nvPr/>
        </p:nvSpPr>
        <p:spPr>
          <a:xfrm>
            <a:off x="6740987" y="1980426"/>
            <a:ext cx="2203725" cy="1242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  <a:defRPr sz="37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90000"/>
              </a:lnSpc>
              <a:buClr>
                <a:srgbClr val="9E3611"/>
              </a:buClr>
              <a:buSzPts val="900"/>
            </a:pPr>
            <a:r>
              <a:rPr lang="pl-PL" sz="6600" dirty="0">
                <a:solidFill>
                  <a:schemeClr val="bg1"/>
                </a:solidFill>
                <a:latin typeface="Open Sans Light" charset="0"/>
                <a:ea typeface="Open Sans Light" charset="0"/>
                <a:cs typeface="Open Sans Light" charset="0"/>
                <a:sym typeface="Open Sans"/>
              </a:rPr>
              <a:t>3.2</a:t>
            </a:r>
            <a:r>
              <a:rPr lang="pl-PL" sz="8000" dirty="0">
                <a:solidFill>
                  <a:schemeClr val="bg1"/>
                </a:solidFill>
                <a:latin typeface="Open Sans Light" charset="0"/>
                <a:ea typeface="Open Sans Light" charset="0"/>
                <a:cs typeface="Open Sans Light" charset="0"/>
                <a:sym typeface="Open San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617299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1BFCB">
            <a:alpha val="29411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81">
            <a:extLst>
              <a:ext uri="{FF2B5EF4-FFF2-40B4-BE49-F238E27FC236}">
                <a16:creationId xmlns:a16="http://schemas.microsoft.com/office/drawing/2014/main" id="{A1D3F3E9-0339-4411-983C-B6B24CDD7C52}"/>
              </a:ext>
            </a:extLst>
          </p:cNvPr>
          <p:cNvSpPr txBox="1">
            <a:spLocks/>
          </p:cNvSpPr>
          <p:nvPr/>
        </p:nvSpPr>
        <p:spPr>
          <a:xfrm>
            <a:off x="211138" y="233363"/>
            <a:ext cx="11636375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ct val="25000"/>
              <a:buFont typeface="Rokkitt"/>
              <a:defRPr sz="4400" b="1">
                <a:solidFill>
                  <a:srgbClr val="1C4587"/>
                </a:solidFill>
                <a:latin typeface="Open Sans"/>
                <a:ea typeface="Open Sans"/>
                <a:cs typeface="Open Sans"/>
              </a:defRPr>
            </a:lvl1pPr>
            <a:lvl2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When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do we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use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 the Present Perfect </a:t>
            </a: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Continuous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sym typeface="Open Sans"/>
              </a:rPr>
              <a:t>?</a:t>
            </a:r>
          </a:p>
        </p:txBody>
      </p:sp>
      <p:sp>
        <p:nvSpPr>
          <p:cNvPr id="16" name="Rounded Rectangular Callout 41">
            <a:extLst>
              <a:ext uri="{FF2B5EF4-FFF2-40B4-BE49-F238E27FC236}">
                <a16:creationId xmlns:a16="http://schemas.microsoft.com/office/drawing/2014/main" id="{A324BAC5-7999-4E60-9104-6999A0EE11F6}"/>
              </a:ext>
            </a:extLst>
          </p:cNvPr>
          <p:cNvSpPr/>
          <p:nvPr/>
        </p:nvSpPr>
        <p:spPr>
          <a:xfrm>
            <a:off x="3233738" y="3157538"/>
            <a:ext cx="6503987" cy="917575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She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’s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been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studying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Spanish for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two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years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but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she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hasn’t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been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studying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French.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0" name="Rounded Rectangular Callout 41">
            <a:extLst>
              <a:ext uri="{FF2B5EF4-FFF2-40B4-BE49-F238E27FC236}">
                <a16:creationId xmlns:a16="http://schemas.microsoft.com/office/drawing/2014/main" id="{F46836F9-BCEB-4B1D-B7B9-CFB048304D52}"/>
              </a:ext>
            </a:extLst>
          </p:cNvPr>
          <p:cNvSpPr/>
          <p:nvPr/>
        </p:nvSpPr>
        <p:spPr>
          <a:xfrm>
            <a:off x="3233738" y="4206876"/>
            <a:ext cx="6503987" cy="917575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A: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Why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you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covered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paint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B: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’ve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been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painting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my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bedroom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6" name="Rounded Rectangular Callout 41">
            <a:extLst>
              <a:ext uri="{FF2B5EF4-FFF2-40B4-BE49-F238E27FC236}">
                <a16:creationId xmlns:a16="http://schemas.microsoft.com/office/drawing/2014/main" id="{AE789C14-5674-46FF-AF09-D34BA5A37D12}"/>
              </a:ext>
            </a:extLst>
          </p:cNvPr>
          <p:cNvSpPr/>
          <p:nvPr/>
        </p:nvSpPr>
        <p:spPr>
          <a:xfrm>
            <a:off x="3233738" y="5256213"/>
            <a:ext cx="6503987" cy="903287"/>
          </a:xfrm>
          <a:prstGeom prst="wedgeRoundRectCallout">
            <a:avLst>
              <a:gd name="adj1" fmla="val -48147"/>
              <a:gd name="adj2" fmla="val -7222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A: How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long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have</a:t>
            </a:r>
            <a:r>
              <a:rPr lang="pl-PL" sz="2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you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been</a:t>
            </a:r>
            <a:r>
              <a:rPr lang="pl-PL" sz="24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sitting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here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?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B: Not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long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–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about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five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minutes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15" name="Rounded Rectangular Callout 41">
            <a:extLst>
              <a:ext uri="{FF2B5EF4-FFF2-40B4-BE49-F238E27FC236}">
                <a16:creationId xmlns:a16="http://schemas.microsoft.com/office/drawing/2014/main" id="{B7460F23-B5BE-41D3-8392-2CCED70D722E}"/>
              </a:ext>
            </a:extLst>
          </p:cNvPr>
          <p:cNvSpPr/>
          <p:nvPr/>
        </p:nvSpPr>
        <p:spPr>
          <a:xfrm>
            <a:off x="2106613" y="1655763"/>
            <a:ext cx="9594850" cy="1317625"/>
          </a:xfrm>
          <a:prstGeom prst="wedgeRoundRectCallout">
            <a:avLst>
              <a:gd name="adj1" fmla="val -54576"/>
              <a:gd name="adj2" fmla="val -28886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en-US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We use 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 Present Perfect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Continuous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talk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about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things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that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started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the past and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continue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and for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things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that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started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the past and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have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results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in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present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13319" name="Footer Placeholder 1">
            <a:extLst>
              <a:ext uri="{FF2B5EF4-FFF2-40B4-BE49-F238E27FC236}">
                <a16:creationId xmlns:a16="http://schemas.microsoft.com/office/drawing/2014/main" id="{A4F42376-CA42-424A-9952-06CE419609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2e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  <p:pic>
        <p:nvPicPr>
          <p:cNvPr id="13320" name="Obraz 10">
            <a:extLst>
              <a:ext uri="{FF2B5EF4-FFF2-40B4-BE49-F238E27FC236}">
                <a16:creationId xmlns:a16="http://schemas.microsoft.com/office/drawing/2014/main" id="{9947B281-56B5-4809-B3E5-F41B670BA5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550" y="1568450"/>
            <a:ext cx="1244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ular Callout 41">
            <a:extLst>
              <a:ext uri="{FF2B5EF4-FFF2-40B4-BE49-F238E27FC236}">
                <a16:creationId xmlns:a16="http://schemas.microsoft.com/office/drawing/2014/main" id="{3C231022-36F9-4DBF-9C70-C239E9491F2A}"/>
              </a:ext>
            </a:extLst>
          </p:cNvPr>
          <p:cNvSpPr/>
          <p:nvPr/>
        </p:nvSpPr>
        <p:spPr>
          <a:xfrm>
            <a:off x="2084388" y="5363766"/>
            <a:ext cx="7847012" cy="641350"/>
          </a:xfrm>
          <a:prstGeom prst="wedgeRoundRectCallout">
            <a:avLst>
              <a:gd name="adj1" fmla="val -56550"/>
              <a:gd name="adj2" fmla="val -18697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There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six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examples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Look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!</a:t>
            </a:r>
            <a:endParaRPr lang="en-US" i="1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42" name="Rounded Rectangular Callout 41">
            <a:extLst>
              <a:ext uri="{FF2B5EF4-FFF2-40B4-BE49-F238E27FC236}">
                <a16:creationId xmlns:a16="http://schemas.microsoft.com/office/drawing/2014/main" id="{E271F4CF-AE00-4DA3-916B-DF1CF827B4FC}"/>
              </a:ext>
            </a:extLst>
          </p:cNvPr>
          <p:cNvSpPr/>
          <p:nvPr/>
        </p:nvSpPr>
        <p:spPr>
          <a:xfrm>
            <a:off x="2084388" y="350838"/>
            <a:ext cx="7904162" cy="1123950"/>
          </a:xfrm>
          <a:prstGeom prst="wedgeRoundRectCallout">
            <a:avLst>
              <a:gd name="adj1" fmla="val -57150"/>
              <a:gd name="adj2" fmla="val -25791"/>
              <a:gd name="adj3" fmla="val 16667"/>
            </a:avLst>
          </a:prstGeom>
          <a:solidFill>
            <a:schemeClr val="bg1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Read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text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How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many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examples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of the Present Perfect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Continuous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can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you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find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?</a:t>
            </a:r>
            <a:endParaRPr lang="en-US" sz="24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Open Sans"/>
            </a:endParaRPr>
          </a:p>
        </p:txBody>
      </p:sp>
      <p:sp>
        <p:nvSpPr>
          <p:cNvPr id="24" name="Rounded Rectangular Callout 23">
            <a:extLst>
              <a:ext uri="{FF2B5EF4-FFF2-40B4-BE49-F238E27FC236}">
                <a16:creationId xmlns:a16="http://schemas.microsoft.com/office/drawing/2014/main" id="{A0C6FBBE-9413-446F-AAAB-CD10DFB562D4}"/>
              </a:ext>
            </a:extLst>
          </p:cNvPr>
          <p:cNvSpPr/>
          <p:nvPr/>
        </p:nvSpPr>
        <p:spPr>
          <a:xfrm>
            <a:off x="2084388" y="1647825"/>
            <a:ext cx="7821612" cy="3551238"/>
          </a:xfrm>
          <a:prstGeom prst="wedgeRoundRectCallout">
            <a:avLst>
              <a:gd name="adj1" fmla="val 59146"/>
              <a:gd name="adj2" fmla="val -17052"/>
              <a:gd name="adj3" fmla="val 16667"/>
            </a:avLst>
          </a:prstGeom>
          <a:solidFill>
            <a:srgbClr val="FAF8F0"/>
          </a:solidFill>
          <a:ln w="9525">
            <a:noFill/>
          </a:ln>
          <a:effectLst>
            <a:outerShdw blurRad="177800" sx="98000" sy="98000" algn="ctr" rotWithShape="0">
              <a:schemeClr val="tx1">
                <a:lumMod val="50000"/>
                <a:lumOff val="50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SzPct val="25000"/>
              <a:defRPr/>
            </a:pP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My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fashion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show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tomorrow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and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I’ve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been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feeling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really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nervous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about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today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My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friend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Elsa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been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trying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calm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me down, but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just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don’t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think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my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designs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are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good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enough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Since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got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home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from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school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,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I’ve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been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making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changes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to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some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of the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outfits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But my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little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sister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hasn’t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been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helping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–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she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keeps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asking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me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silly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questions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. 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What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have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you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been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doing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this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evening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? I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hope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you’ve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been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having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a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better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time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</a:t>
            </a:r>
            <a:r>
              <a:rPr lang="pl-PL" sz="24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than</a:t>
            </a:r>
            <a:r>
              <a:rPr lang="pl-PL" sz="24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charset="0"/>
                <a:ea typeface="Open Sans" charset="0"/>
                <a:cs typeface="Open Sans" charset="0"/>
                <a:sym typeface="Open Sans"/>
              </a:rPr>
              <a:t> me!</a:t>
            </a:r>
          </a:p>
        </p:txBody>
      </p:sp>
      <p:cxnSp>
        <p:nvCxnSpPr>
          <p:cNvPr id="16" name="Łącznik prosty 15">
            <a:extLst>
              <a:ext uri="{FF2B5EF4-FFF2-40B4-BE49-F238E27FC236}">
                <a16:creationId xmlns:a16="http://schemas.microsoft.com/office/drawing/2014/main" id="{F1321936-A5C2-4B37-8CA9-F4D76958E78D}"/>
              </a:ext>
            </a:extLst>
          </p:cNvPr>
          <p:cNvCxnSpPr>
            <a:cxnSpLocks/>
          </p:cNvCxnSpPr>
          <p:nvPr/>
        </p:nvCxnSpPr>
        <p:spPr>
          <a:xfrm flipH="1">
            <a:off x="7068820" y="2119313"/>
            <a:ext cx="2205038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66" name="Obraz 18">
            <a:extLst>
              <a:ext uri="{FF2B5EF4-FFF2-40B4-BE49-F238E27FC236}">
                <a16:creationId xmlns:a16="http://schemas.microsoft.com/office/drawing/2014/main" id="{69EE1762-3EA2-4CB1-A911-9DEC2444F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225" y="150813"/>
            <a:ext cx="1244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Obraz 19">
            <a:extLst>
              <a:ext uri="{FF2B5EF4-FFF2-40B4-BE49-F238E27FC236}">
                <a16:creationId xmlns:a16="http://schemas.microsoft.com/office/drawing/2014/main" id="{985113EB-5646-4C4F-94F8-42BE57CC3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938" y="4970463"/>
            <a:ext cx="1244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9" name="Obraz 5">
            <a:extLst>
              <a:ext uri="{FF2B5EF4-FFF2-40B4-BE49-F238E27FC236}">
                <a16:creationId xmlns:a16="http://schemas.microsoft.com/office/drawing/2014/main" id="{5173FD8F-AC2B-4118-8525-6C58B2CDB2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9413" y="2197100"/>
            <a:ext cx="12319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2" name="Łącznik prosty 15">
            <a:extLst>
              <a:ext uri="{FF2B5EF4-FFF2-40B4-BE49-F238E27FC236}">
                <a16:creationId xmlns:a16="http://schemas.microsoft.com/office/drawing/2014/main" id="{30F1753F-6F20-4D37-B2AE-D93F8969DC9F}"/>
              </a:ext>
            </a:extLst>
          </p:cNvPr>
          <p:cNvCxnSpPr>
            <a:cxnSpLocks/>
          </p:cNvCxnSpPr>
          <p:nvPr/>
        </p:nvCxnSpPr>
        <p:spPr>
          <a:xfrm flipH="1">
            <a:off x="8331994" y="2489993"/>
            <a:ext cx="1208882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Łącznik prosty 15">
            <a:extLst>
              <a:ext uri="{FF2B5EF4-FFF2-40B4-BE49-F238E27FC236}">
                <a16:creationId xmlns:a16="http://schemas.microsoft.com/office/drawing/2014/main" id="{65219731-8B5E-4140-BCA8-4246AA0378BC}"/>
              </a:ext>
            </a:extLst>
          </p:cNvPr>
          <p:cNvCxnSpPr>
            <a:cxnSpLocks/>
          </p:cNvCxnSpPr>
          <p:nvPr/>
        </p:nvCxnSpPr>
        <p:spPr>
          <a:xfrm flipH="1">
            <a:off x="2352676" y="2856707"/>
            <a:ext cx="785812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Łącznik prosty 15">
            <a:extLst>
              <a:ext uri="{FF2B5EF4-FFF2-40B4-BE49-F238E27FC236}">
                <a16:creationId xmlns:a16="http://schemas.microsoft.com/office/drawing/2014/main" id="{2EA262D5-F2DC-49D7-ABB6-BFAF4C25B52C}"/>
              </a:ext>
            </a:extLst>
          </p:cNvPr>
          <p:cNvCxnSpPr>
            <a:cxnSpLocks/>
          </p:cNvCxnSpPr>
          <p:nvPr/>
        </p:nvCxnSpPr>
        <p:spPr>
          <a:xfrm flipH="1">
            <a:off x="3390901" y="3586956"/>
            <a:ext cx="227012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Łącznik prosty 15">
            <a:extLst>
              <a:ext uri="{FF2B5EF4-FFF2-40B4-BE49-F238E27FC236}">
                <a16:creationId xmlns:a16="http://schemas.microsoft.com/office/drawing/2014/main" id="{948FD70F-BAF4-4636-959B-BCFBB186530A}"/>
              </a:ext>
            </a:extLst>
          </p:cNvPr>
          <p:cNvCxnSpPr>
            <a:cxnSpLocks/>
          </p:cNvCxnSpPr>
          <p:nvPr/>
        </p:nvCxnSpPr>
        <p:spPr>
          <a:xfrm flipH="1">
            <a:off x="5852321" y="3956051"/>
            <a:ext cx="262810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Łącznik prosty 15">
            <a:extLst>
              <a:ext uri="{FF2B5EF4-FFF2-40B4-BE49-F238E27FC236}">
                <a16:creationId xmlns:a16="http://schemas.microsoft.com/office/drawing/2014/main" id="{2C23BD6C-A97A-43AE-9E4D-9071ACE85153}"/>
              </a:ext>
            </a:extLst>
          </p:cNvPr>
          <p:cNvCxnSpPr>
            <a:cxnSpLocks/>
          </p:cNvCxnSpPr>
          <p:nvPr/>
        </p:nvCxnSpPr>
        <p:spPr>
          <a:xfrm flipH="1">
            <a:off x="7588252" y="4316412"/>
            <a:ext cx="1952624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15">
            <a:extLst>
              <a:ext uri="{FF2B5EF4-FFF2-40B4-BE49-F238E27FC236}">
                <a16:creationId xmlns:a16="http://schemas.microsoft.com/office/drawing/2014/main" id="{F2A7173A-E24C-4EE9-997F-7D96A1B69446}"/>
              </a:ext>
            </a:extLst>
          </p:cNvPr>
          <p:cNvCxnSpPr>
            <a:cxnSpLocks/>
          </p:cNvCxnSpPr>
          <p:nvPr/>
        </p:nvCxnSpPr>
        <p:spPr>
          <a:xfrm flipH="1">
            <a:off x="2357438" y="4683125"/>
            <a:ext cx="759618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Łącznik prosty 15">
            <a:extLst>
              <a:ext uri="{FF2B5EF4-FFF2-40B4-BE49-F238E27FC236}">
                <a16:creationId xmlns:a16="http://schemas.microsoft.com/office/drawing/2014/main" id="{6910DABD-7C27-43FF-9D93-E100663B507E}"/>
              </a:ext>
            </a:extLst>
          </p:cNvPr>
          <p:cNvCxnSpPr>
            <a:cxnSpLocks/>
          </p:cNvCxnSpPr>
          <p:nvPr/>
        </p:nvCxnSpPr>
        <p:spPr>
          <a:xfrm flipH="1">
            <a:off x="5993291" y="4683125"/>
            <a:ext cx="2624928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1">
            <a:extLst>
              <a:ext uri="{FF2B5EF4-FFF2-40B4-BE49-F238E27FC236}">
                <a16:creationId xmlns:a16="http://schemas.microsoft.com/office/drawing/2014/main" id="{7CA7A9D7-E967-4145-B36F-4AD91CA719D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2e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Zaokrąglony prostokąt 2">
            <a:extLst>
              <a:ext uri="{FF2B5EF4-FFF2-40B4-BE49-F238E27FC236}">
                <a16:creationId xmlns:a16="http://schemas.microsoft.com/office/drawing/2014/main" id="{BCFBE8E1-F658-4BC3-B9C2-A84A2ABB7B11}"/>
              </a:ext>
            </a:extLst>
          </p:cNvPr>
          <p:cNvSpPr/>
          <p:nvPr/>
        </p:nvSpPr>
        <p:spPr>
          <a:xfrm>
            <a:off x="2009776" y="4447223"/>
            <a:ext cx="8131174" cy="1144587"/>
          </a:xfrm>
          <a:prstGeom prst="roundRect">
            <a:avLst>
              <a:gd name="adj" fmla="val 48272"/>
            </a:avLst>
          </a:prstGeom>
          <a:solidFill>
            <a:srgbClr val="EAF6FE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l-PL" kern="0">
              <a:sym typeface="Arial"/>
            </a:endParaRPr>
          </a:p>
        </p:txBody>
      </p:sp>
      <p:sp>
        <p:nvSpPr>
          <p:cNvPr id="35" name="Shape 81">
            <a:extLst>
              <a:ext uri="{FF2B5EF4-FFF2-40B4-BE49-F238E27FC236}">
                <a16:creationId xmlns:a16="http://schemas.microsoft.com/office/drawing/2014/main" id="{BF148CAD-7147-4785-B0BD-45A98F509FB2}"/>
              </a:ext>
            </a:extLst>
          </p:cNvPr>
          <p:cNvSpPr txBox="1">
            <a:spLocks/>
          </p:cNvSpPr>
          <p:nvPr/>
        </p:nvSpPr>
        <p:spPr>
          <a:xfrm>
            <a:off x="160338" y="233363"/>
            <a:ext cx="11855450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lnSpc>
                <a:spcPct val="90000"/>
              </a:lnSpc>
              <a:buSzPct val="25000"/>
              <a:buFont typeface="Rokkitt"/>
              <a:buNone/>
              <a:defRPr/>
            </a:pP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How do we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make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the Present Perfect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Continuous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</p:txBody>
      </p:sp>
      <p:sp>
        <p:nvSpPr>
          <p:cNvPr id="39" name="Zaokrąglony prostokąt 2">
            <a:extLst>
              <a:ext uri="{FF2B5EF4-FFF2-40B4-BE49-F238E27FC236}">
                <a16:creationId xmlns:a16="http://schemas.microsoft.com/office/drawing/2014/main" id="{B69FC66F-1005-4406-9599-7B6411F88FFD}"/>
              </a:ext>
            </a:extLst>
          </p:cNvPr>
          <p:cNvSpPr/>
          <p:nvPr/>
        </p:nvSpPr>
        <p:spPr>
          <a:xfrm>
            <a:off x="2003425" y="2994025"/>
            <a:ext cx="8137525" cy="1144588"/>
          </a:xfrm>
          <a:prstGeom prst="roundRect">
            <a:avLst>
              <a:gd name="adj" fmla="val 48272"/>
            </a:avLst>
          </a:prstGeom>
          <a:solidFill>
            <a:srgbClr val="EAF6FE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l-PL" kern="0">
              <a:sym typeface="Arial"/>
            </a:endParaRPr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C962AEC6-B768-4CB4-988C-32056FBB0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1470115"/>
              </p:ext>
            </p:extLst>
          </p:nvPr>
        </p:nvGraphicFramePr>
        <p:xfrm>
          <a:off x="2009775" y="1765300"/>
          <a:ext cx="8131175" cy="3255963"/>
        </p:xfrm>
        <a:graphic>
          <a:graphicData uri="http://schemas.openxmlformats.org/drawingml/2006/table">
            <a:tbl>
              <a:tblPr firstRow="1" bandRow="1">
                <a:tableStyleId>{C3A2CA1F-3267-4498-8071-7EE1E42671EB}</a:tableStyleId>
              </a:tblPr>
              <a:tblGrid>
                <a:gridCol w="136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6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66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96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618">
                <a:tc>
                  <a:txBody>
                    <a:bodyPr/>
                    <a:lstStyle/>
                    <a:p>
                      <a:pPr lvl="3"/>
                      <a:endParaRPr lang="en-GB" sz="1600" dirty="0">
                        <a:solidFill>
                          <a:srgbClr val="EBF7FF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17" marB="45717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tc gridSpan="2">
                  <a:txBody>
                    <a:bodyPr/>
                    <a:lstStyle/>
                    <a:p>
                      <a:endParaRPr lang="en-GB" sz="1600" dirty="0">
                        <a:solidFill>
                          <a:srgbClr val="EBF7FF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17" marB="45717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rgbClr val="EBF7FF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17" marB="45717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938">
                <a:tc rowSpan="2"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b="1" dirty="0" err="1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Affirmative</a:t>
                      </a:r>
                      <a:endParaRPr lang="pl-PL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17" marB="4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938">
                <a:tc vMerge="1">
                  <a:txBody>
                    <a:bodyPr/>
                    <a:lstStyle/>
                    <a:p>
                      <a:pPr marL="0" marR="0" lvl="3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l-PL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17" marB="4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5286">
                <a:tc rowSpan="2">
                  <a:txBody>
                    <a:bodyPr/>
                    <a:lstStyle/>
                    <a:p>
                      <a:pPr lvl="3"/>
                      <a:r>
                        <a:rPr lang="pl-PL" sz="1600" b="1" dirty="0" err="1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Negative</a:t>
                      </a:r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17" marB="4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5286">
                <a:tc vMerge="1"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17" marB="4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326">
                <a:tc rowSpan="4">
                  <a:txBody>
                    <a:bodyPr/>
                    <a:lstStyle/>
                    <a:p>
                      <a:pPr lvl="3"/>
                      <a:r>
                        <a:rPr lang="pl-PL" sz="1600" b="1" dirty="0" err="1">
                          <a:solidFill>
                            <a:srgbClr val="008ED1"/>
                          </a:solidFill>
                          <a:latin typeface="Open Sans" charset="0"/>
                          <a:ea typeface="Open Sans" charset="0"/>
                          <a:cs typeface="Open Sans" charset="0"/>
                        </a:rPr>
                        <a:t>Questions</a:t>
                      </a:r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17" marB="45717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857">
                <a:tc vMerge="1"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>
                    <a:lnL w="76200" cap="flat" cmpd="sng" algn="ctr">
                      <a:solidFill>
                        <a:srgbClr val="E3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857">
                <a:tc vMerge="1"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30" marB="4573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857">
                <a:tc vMerge="1">
                  <a:txBody>
                    <a:bodyPr/>
                    <a:lstStyle/>
                    <a:p>
                      <a:pPr lvl="3"/>
                      <a:endParaRPr lang="en-GB" sz="1600" b="1" dirty="0">
                        <a:solidFill>
                          <a:srgbClr val="008ED1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35" marR="91435" marT="45730" marB="4573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35" marR="91435" marT="45717" marB="45717">
                    <a:lnL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2" name="Rectangle 4">
            <a:extLst>
              <a:ext uri="{FF2B5EF4-FFF2-40B4-BE49-F238E27FC236}">
                <a16:creationId xmlns:a16="http://schemas.microsoft.com/office/drawing/2014/main" id="{608B9DD7-36E9-4E1D-BE13-CC81B8E85E24}"/>
              </a:ext>
            </a:extLst>
          </p:cNvPr>
          <p:cNvSpPr/>
          <p:nvPr/>
        </p:nvSpPr>
        <p:spPr>
          <a:xfrm>
            <a:off x="3363210" y="3628711"/>
            <a:ext cx="822325" cy="3381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Have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17452" name="Rectangle 41">
            <a:extLst>
              <a:ext uri="{FF2B5EF4-FFF2-40B4-BE49-F238E27FC236}">
                <a16:creationId xmlns:a16="http://schemas.microsoft.com/office/drawing/2014/main" id="{2CB52DB3-7684-4850-B276-1F4B4FECE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210" y="2512224"/>
            <a:ext cx="29702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He/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She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/It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17453" name="Rectangle 4">
            <a:extLst>
              <a:ext uri="{FF2B5EF4-FFF2-40B4-BE49-F238E27FC236}">
                <a16:creationId xmlns:a16="http://schemas.microsoft.com/office/drawing/2014/main" id="{384B4622-8A4E-48E2-81AF-1078B161D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210" y="2140744"/>
            <a:ext cx="29702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You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/We/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They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B2A9A928-86B0-4FC2-8FB6-C9D5C88AD3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513" y="2140744"/>
            <a:ext cx="34671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have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been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sleeping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all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day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47" name="Pięciokąt 29">
            <a:extLst>
              <a:ext uri="{FF2B5EF4-FFF2-40B4-BE49-F238E27FC236}">
                <a16:creationId xmlns:a16="http://schemas.microsoft.com/office/drawing/2014/main" id="{D8EC5F11-DE40-49B1-A014-30F736D551BA}"/>
              </a:ext>
            </a:extLst>
          </p:cNvPr>
          <p:cNvSpPr/>
          <p:nvPr/>
        </p:nvSpPr>
        <p:spPr>
          <a:xfrm>
            <a:off x="2009775" y="1765300"/>
            <a:ext cx="3227388" cy="338138"/>
          </a:xfrm>
          <a:prstGeom prst="homePlate">
            <a:avLst/>
          </a:prstGeom>
          <a:solidFill>
            <a:srgbClr val="00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kern="0" dirty="0">
                <a:latin typeface="Open Sans" charset="0"/>
                <a:ea typeface="Open Sans" charset="0"/>
                <a:cs typeface="Open Sans" charset="0"/>
                <a:sym typeface="Arial"/>
              </a:rPr>
              <a:t>Present Perfect </a:t>
            </a:r>
            <a:r>
              <a:rPr lang="pl-PL" sz="1600" b="1" kern="0" dirty="0" err="1">
                <a:latin typeface="Open Sans" charset="0"/>
                <a:ea typeface="Open Sans" charset="0"/>
                <a:cs typeface="Open Sans" charset="0"/>
                <a:sym typeface="Arial"/>
              </a:rPr>
              <a:t>Continuous</a:t>
            </a:r>
            <a:endParaRPr lang="en-GB" sz="1600" b="1" kern="0" dirty="0"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50" name="Rectangle 5">
            <a:extLst>
              <a:ext uri="{FF2B5EF4-FFF2-40B4-BE49-F238E27FC236}">
                <a16:creationId xmlns:a16="http://schemas.microsoft.com/office/drawing/2014/main" id="{370EC05D-2D81-46B0-B70A-557A7F37F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513" y="2512224"/>
            <a:ext cx="37909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has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been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waiting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since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4 o’clock.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17457" name="Rectangle 41">
            <a:extLst>
              <a:ext uri="{FF2B5EF4-FFF2-40B4-BE49-F238E27FC236}">
                <a16:creationId xmlns:a16="http://schemas.microsoft.com/office/drawing/2014/main" id="{2FE4D7B1-EDB1-4EFF-91CB-1AB0DE65A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22" y="3628711"/>
            <a:ext cx="29702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you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/we/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they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52" name="Rectangle 5">
            <a:extLst>
              <a:ext uri="{FF2B5EF4-FFF2-40B4-BE49-F238E27FC236}">
                <a16:creationId xmlns:a16="http://schemas.microsoft.com/office/drawing/2014/main" id="{598A4878-8394-4B18-9377-EBD135FF2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513" y="3628711"/>
            <a:ext cx="3467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been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sleeping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all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day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?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53" name="Rectangle 5">
            <a:extLst>
              <a:ext uri="{FF2B5EF4-FFF2-40B4-BE49-F238E27FC236}">
                <a16:creationId xmlns:a16="http://schemas.microsoft.com/office/drawing/2014/main" id="{ABD2CF7E-59CB-41B5-8EFA-59AA83AAE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210" y="3997325"/>
            <a:ext cx="34210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Yes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, I/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you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/we/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they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have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55" name="Rectangle 5">
            <a:extLst>
              <a:ext uri="{FF2B5EF4-FFF2-40B4-BE49-F238E27FC236}">
                <a16:creationId xmlns:a16="http://schemas.microsoft.com/office/drawing/2014/main" id="{636A54E8-1E04-4A21-AA6F-E5A81EE63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513" y="3997325"/>
            <a:ext cx="37909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No, I/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you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/we/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they</a:t>
            </a:r>
            <a:r>
              <a:rPr lang="en-US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haven’t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17461" name="Rectangle 41">
            <a:extLst>
              <a:ext uri="{FF2B5EF4-FFF2-40B4-BE49-F238E27FC236}">
                <a16:creationId xmlns:a16="http://schemas.microsoft.com/office/drawing/2014/main" id="{0E4AA399-1B3A-4D50-9A61-7360ABBCDF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210" y="3259294"/>
            <a:ext cx="29702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He/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She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/It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17462" name="Rectangle 4">
            <a:extLst>
              <a:ext uri="{FF2B5EF4-FFF2-40B4-BE49-F238E27FC236}">
                <a16:creationId xmlns:a16="http://schemas.microsoft.com/office/drawing/2014/main" id="{8DDED37D-098D-41B7-99F7-FB9A2A8AD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210" y="2874647"/>
            <a:ext cx="29702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You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/We/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They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63" name="Rectangle 5">
            <a:extLst>
              <a:ext uri="{FF2B5EF4-FFF2-40B4-BE49-F238E27FC236}">
                <a16:creationId xmlns:a16="http://schemas.microsoft.com/office/drawing/2014/main" id="{BFA25752-DDA9-4860-8399-0FE8BB4D3C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513" y="2874647"/>
            <a:ext cx="34671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haven’t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been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sleeping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all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day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64" name="Rectangle 5">
            <a:extLst>
              <a:ext uri="{FF2B5EF4-FFF2-40B4-BE49-F238E27FC236}">
                <a16:creationId xmlns:a16="http://schemas.microsoft.com/office/drawing/2014/main" id="{5E0F219B-DD01-474C-86B6-5D30E8B504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513" y="3259294"/>
            <a:ext cx="43926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hasn’t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been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waiting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since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4 o’clock.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67" name="Rectangle 4">
            <a:extLst>
              <a:ext uri="{FF2B5EF4-FFF2-40B4-BE49-F238E27FC236}">
                <a16:creationId xmlns:a16="http://schemas.microsoft.com/office/drawing/2014/main" id="{06F6F29A-BF57-4132-A84F-187DA4D98A28}"/>
              </a:ext>
            </a:extLst>
          </p:cNvPr>
          <p:cNvSpPr/>
          <p:nvPr/>
        </p:nvSpPr>
        <p:spPr>
          <a:xfrm>
            <a:off x="3363210" y="4336258"/>
            <a:ext cx="822325" cy="3381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lvl="3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Has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17466" name="Rectangle 41">
            <a:extLst>
              <a:ext uri="{FF2B5EF4-FFF2-40B4-BE49-F238E27FC236}">
                <a16:creationId xmlns:a16="http://schemas.microsoft.com/office/drawing/2014/main" id="{F55AFDED-FB1C-4971-B824-895F9B2D9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622" y="4336258"/>
            <a:ext cx="29702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he/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she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/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it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70" name="Rectangle 5">
            <a:extLst>
              <a:ext uri="{FF2B5EF4-FFF2-40B4-BE49-F238E27FC236}">
                <a16:creationId xmlns:a16="http://schemas.microsoft.com/office/drawing/2014/main" id="{08C1F602-7FEC-46E5-9EB0-DFEBE7BFAA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513" y="4336258"/>
            <a:ext cx="34671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been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waiting</a:t>
            </a:r>
            <a:r>
              <a:rPr lang="pl-PL" altLang="en-US" sz="1600" b="1" dirty="0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since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4 o’clock?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73" name="Rectangle 5">
            <a:extLst>
              <a:ext uri="{FF2B5EF4-FFF2-40B4-BE49-F238E27FC236}">
                <a16:creationId xmlns:a16="http://schemas.microsoft.com/office/drawing/2014/main" id="{D7989867-7B9A-4F48-90D0-C665355AC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210" y="4676777"/>
            <a:ext cx="34210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Yes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,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he/she/it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has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74" name="Rectangle 5">
            <a:extLst>
              <a:ext uri="{FF2B5EF4-FFF2-40B4-BE49-F238E27FC236}">
                <a16:creationId xmlns:a16="http://schemas.microsoft.com/office/drawing/2014/main" id="{85BE0A76-32BD-4644-8380-CB6D9CDD4D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7513" y="4676777"/>
            <a:ext cx="37909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No, </a:t>
            </a:r>
            <a:r>
              <a:rPr lang="en-GB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he/she/it </a:t>
            </a:r>
            <a:r>
              <a:rPr lang="pl-PL" altLang="en-US" sz="1600" b="1" dirty="0" err="1">
                <a:solidFill>
                  <a:srgbClr val="008ED1"/>
                </a:solidFill>
                <a:latin typeface="Open Sans" pitchFamily="34" charset="0"/>
                <a:cs typeface="Open Sans" pitchFamily="34" charset="0"/>
              </a:rPr>
              <a:t>hasn’t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</a:t>
            </a:r>
            <a:endParaRPr lang="en-GB" altLang="en-US" sz="1600" i="1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75" name="Cloud 74">
            <a:extLst>
              <a:ext uri="{FF2B5EF4-FFF2-40B4-BE49-F238E27FC236}">
                <a16:creationId xmlns:a16="http://schemas.microsoft.com/office/drawing/2014/main" id="{754EA4E9-F298-4C6A-81CA-68A2FE950D92}"/>
              </a:ext>
            </a:extLst>
          </p:cNvPr>
          <p:cNvSpPr/>
          <p:nvPr/>
        </p:nvSpPr>
        <p:spPr>
          <a:xfrm>
            <a:off x="265113" y="4267200"/>
            <a:ext cx="2878137" cy="166052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1DE4DE6-6472-4E2B-95B7-09FCCA75195F}"/>
              </a:ext>
            </a:extLst>
          </p:cNvPr>
          <p:cNvSpPr txBox="1"/>
          <p:nvPr/>
        </p:nvSpPr>
        <p:spPr>
          <a:xfrm>
            <a:off x="723900" y="4451350"/>
            <a:ext cx="1992313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make the Present Perfect Continuous with </a:t>
            </a: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have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 </a:t>
            </a: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been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+ </a:t>
            </a: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</a:t>
            </a:r>
            <a:r>
              <a:rPr lang="en-GB" sz="16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ing</a:t>
            </a: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form.</a:t>
            </a:r>
          </a:p>
        </p:txBody>
      </p:sp>
      <p:sp>
        <p:nvSpPr>
          <p:cNvPr id="28" name="Footer Placeholder 1">
            <a:extLst>
              <a:ext uri="{FF2B5EF4-FFF2-40B4-BE49-F238E27FC236}">
                <a16:creationId xmlns:a16="http://schemas.microsoft.com/office/drawing/2014/main" id="{C47607A6-4356-41C4-97B6-4D2AD91E680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2e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6" grpId="0"/>
      <p:bldP spid="50" grpId="0"/>
      <p:bldP spid="52" grpId="0"/>
      <p:bldP spid="53" grpId="0"/>
      <p:bldP spid="55" grpId="0"/>
      <p:bldP spid="63" grpId="0"/>
      <p:bldP spid="64" grpId="0"/>
      <p:bldP spid="67" grpId="0"/>
      <p:bldP spid="70" grpId="0"/>
      <p:bldP spid="73" grpId="0"/>
      <p:bldP spid="74" grpId="0"/>
      <p:bldP spid="7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81">
            <a:extLst>
              <a:ext uri="{FF2B5EF4-FFF2-40B4-BE49-F238E27FC236}">
                <a16:creationId xmlns:a16="http://schemas.microsoft.com/office/drawing/2014/main" id="{FD9D9B60-2A77-4E39-B0D1-3C032765DA58}"/>
              </a:ext>
            </a:extLst>
          </p:cNvPr>
          <p:cNvSpPr txBox="1">
            <a:spLocks/>
          </p:cNvSpPr>
          <p:nvPr/>
        </p:nvSpPr>
        <p:spPr>
          <a:xfrm>
            <a:off x="160338" y="233363"/>
            <a:ext cx="11855450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  <a:defRPr sz="3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buClr>
                <a:schemeClr val="dk1"/>
              </a:buClr>
              <a:buSzPct val="100000"/>
              <a:buNone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lnSpc>
                <a:spcPct val="90000"/>
              </a:lnSpc>
              <a:buSzPct val="25000"/>
              <a:buFont typeface="Rokkitt"/>
              <a:buNone/>
              <a:defRPr/>
            </a:pP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How do we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make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 the Present Perfect </a:t>
            </a:r>
            <a:r>
              <a:rPr lang="pl-PL" sz="44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Continuous</a:t>
            </a:r>
            <a:r>
              <a:rPr lang="pl-PL" sz="44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</a:p>
        </p:txBody>
      </p:sp>
      <p:sp>
        <p:nvSpPr>
          <p:cNvPr id="29" name="Zaokrąglony prostokąt 2">
            <a:extLst>
              <a:ext uri="{FF2B5EF4-FFF2-40B4-BE49-F238E27FC236}">
                <a16:creationId xmlns:a16="http://schemas.microsoft.com/office/drawing/2014/main" id="{8A19306B-90A5-410B-803B-4D98834A9E56}"/>
              </a:ext>
            </a:extLst>
          </p:cNvPr>
          <p:cNvSpPr/>
          <p:nvPr/>
        </p:nvSpPr>
        <p:spPr>
          <a:xfrm>
            <a:off x="3473451" y="2757488"/>
            <a:ext cx="5172075" cy="1144587"/>
          </a:xfrm>
          <a:prstGeom prst="roundRect">
            <a:avLst>
              <a:gd name="adj" fmla="val 48272"/>
            </a:avLst>
          </a:prstGeom>
          <a:solidFill>
            <a:srgbClr val="EAF6FE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l-PL" kern="0">
              <a:sym typeface="Arial"/>
            </a:endParaRPr>
          </a:p>
        </p:txBody>
      </p: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24AD0DFA-1E3A-42A3-BD2B-7D61005AB7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9745724"/>
              </p:ext>
            </p:extLst>
          </p:nvPr>
        </p:nvGraphicFramePr>
        <p:xfrm>
          <a:off x="3474244" y="1749425"/>
          <a:ext cx="5172075" cy="1531938"/>
        </p:xfrm>
        <a:graphic>
          <a:graphicData uri="http://schemas.openxmlformats.org/drawingml/2006/table">
            <a:tbl>
              <a:tblPr firstRow="1" bandRow="1">
                <a:tableStyleId>{C3A2CA1F-3267-4498-8071-7EE1E42671EB}</a:tableStyleId>
              </a:tblPr>
              <a:tblGrid>
                <a:gridCol w="517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3628">
                <a:tc>
                  <a:txBody>
                    <a:bodyPr/>
                    <a:lstStyle/>
                    <a:p>
                      <a:endParaRPr lang="en-GB" sz="1600" dirty="0">
                        <a:solidFill>
                          <a:srgbClr val="EBF7FF"/>
                        </a:solidFill>
                        <a:latin typeface="Open Sans" charset="0"/>
                        <a:ea typeface="Open Sans" charset="0"/>
                        <a:cs typeface="Open Sans" charset="0"/>
                      </a:endParaRPr>
                    </a:p>
                  </a:txBody>
                  <a:tcPr marL="91445" marR="91445" marT="45718" marB="45718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B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45" marR="91445" marT="45718" marB="45718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5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b="0" i="0" u="none" strike="noStrike" cap="none" dirty="0">
                        <a:solidFill>
                          <a:srgbClr val="0E9DD1"/>
                        </a:solidFill>
                        <a:latin typeface="Open Sans" charset="0"/>
                        <a:ea typeface="Open Sans" charset="0"/>
                        <a:cs typeface="Open Sans" charset="0"/>
                        <a:sym typeface="Arial"/>
                      </a:endParaRPr>
                    </a:p>
                  </a:txBody>
                  <a:tcPr marL="91445" marR="91445" marT="45718" marB="45718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AF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Pięciokąt 29">
            <a:extLst>
              <a:ext uri="{FF2B5EF4-FFF2-40B4-BE49-F238E27FC236}">
                <a16:creationId xmlns:a16="http://schemas.microsoft.com/office/drawing/2014/main" id="{D4745AAF-4868-409D-9A3D-1B564FF80B19}"/>
              </a:ext>
            </a:extLst>
          </p:cNvPr>
          <p:cNvSpPr/>
          <p:nvPr/>
        </p:nvSpPr>
        <p:spPr>
          <a:xfrm>
            <a:off x="3471863" y="1749425"/>
            <a:ext cx="3340100" cy="338138"/>
          </a:xfrm>
          <a:prstGeom prst="homePlate">
            <a:avLst/>
          </a:prstGeom>
          <a:solidFill>
            <a:srgbClr val="009E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b="1" kern="0" dirty="0" err="1">
                <a:latin typeface="Open Sans" charset="0"/>
                <a:ea typeface="Open Sans" charset="0"/>
                <a:cs typeface="Open Sans" charset="0"/>
                <a:sym typeface="Arial"/>
              </a:rPr>
              <a:t>Present</a:t>
            </a:r>
            <a:r>
              <a:rPr lang="pl-PL" sz="1600" b="1" kern="0" dirty="0">
                <a:latin typeface="Open Sans" charset="0"/>
                <a:ea typeface="Open Sans" charset="0"/>
                <a:cs typeface="Open Sans" charset="0"/>
                <a:sym typeface="Arial"/>
              </a:rPr>
              <a:t> Perfect </a:t>
            </a:r>
            <a:r>
              <a:rPr lang="pl-PL" sz="1600" b="1" kern="0" dirty="0" err="1">
                <a:latin typeface="Open Sans" charset="0"/>
                <a:ea typeface="Open Sans" charset="0"/>
                <a:cs typeface="Open Sans" charset="0"/>
                <a:sym typeface="Arial"/>
              </a:rPr>
              <a:t>Continuous</a:t>
            </a:r>
            <a:endParaRPr lang="en-GB" sz="1600" b="1" kern="0" dirty="0">
              <a:latin typeface="Open Sans" charset="0"/>
              <a:ea typeface="Open Sans" charset="0"/>
              <a:cs typeface="Open Sans" charset="0"/>
              <a:sym typeface="Arial"/>
            </a:endParaRPr>
          </a:p>
        </p:txBody>
      </p:sp>
      <p:sp>
        <p:nvSpPr>
          <p:cNvPr id="56" name="Cloud 55">
            <a:extLst>
              <a:ext uri="{FF2B5EF4-FFF2-40B4-BE49-F238E27FC236}">
                <a16:creationId xmlns:a16="http://schemas.microsoft.com/office/drawing/2014/main" id="{BF734CE6-8507-4C96-916A-1C24307F7CAB}"/>
              </a:ext>
            </a:extLst>
          </p:cNvPr>
          <p:cNvSpPr/>
          <p:nvPr/>
        </p:nvSpPr>
        <p:spPr>
          <a:xfrm>
            <a:off x="7942263" y="3289310"/>
            <a:ext cx="3729037" cy="2936875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1" name="Rectangle 4">
            <a:extLst>
              <a:ext uri="{FF2B5EF4-FFF2-40B4-BE49-F238E27FC236}">
                <a16:creationId xmlns:a16="http://schemas.microsoft.com/office/drawing/2014/main" id="{151F51E8-905C-4B0A-85F4-D70520CB8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244" y="2082802"/>
            <a:ext cx="73279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I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’ve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been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working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on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this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essay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for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two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hours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9" name="Cloud 78">
            <a:extLst>
              <a:ext uri="{FF2B5EF4-FFF2-40B4-BE49-F238E27FC236}">
                <a16:creationId xmlns:a16="http://schemas.microsoft.com/office/drawing/2014/main" id="{D7478CC8-137D-464C-844B-9D5D57417D28}"/>
              </a:ext>
            </a:extLst>
          </p:cNvPr>
          <p:cNvSpPr/>
          <p:nvPr/>
        </p:nvSpPr>
        <p:spPr>
          <a:xfrm>
            <a:off x="696913" y="4137024"/>
            <a:ext cx="3086100" cy="1847849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0F5F3D6-A70E-4AFA-B164-E4A24195656F}"/>
              </a:ext>
            </a:extLst>
          </p:cNvPr>
          <p:cNvSpPr txBox="1"/>
          <p:nvPr/>
        </p:nvSpPr>
        <p:spPr>
          <a:xfrm>
            <a:off x="1008063" y="4398961"/>
            <a:ext cx="2463800" cy="1323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use the Present Perfect Continuous for actions that started in the past and continue in the present.</a:t>
            </a:r>
          </a:p>
        </p:txBody>
      </p:sp>
      <p:sp>
        <p:nvSpPr>
          <p:cNvPr id="81" name="Rectangle 4">
            <a:extLst>
              <a:ext uri="{FF2B5EF4-FFF2-40B4-BE49-F238E27FC236}">
                <a16:creationId xmlns:a16="http://schemas.microsoft.com/office/drawing/2014/main" id="{C56E5F70-AD51-4A1F-A8BF-421329DE9F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244" y="2363790"/>
            <a:ext cx="73279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(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I’m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still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working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on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it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.) 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82" name="Rectangle 4">
            <a:extLst>
              <a:ext uri="{FF2B5EF4-FFF2-40B4-BE49-F238E27FC236}">
                <a16:creationId xmlns:a16="http://schemas.microsoft.com/office/drawing/2014/main" id="{BA8F7311-98F9-4A66-BAAE-F8C5375BA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244" y="2703516"/>
            <a:ext cx="73279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charset="0"/>
                <a:cs typeface="Open Sans" panose="020B0606030504020204" pitchFamily="34" charset="0"/>
                <a:sym typeface="Arial"/>
              </a:rPr>
              <a:t>She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’s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been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playing</a:t>
            </a:r>
            <a:r>
              <a:rPr lang="pl-PL" sz="1600" b="1" kern="0" dirty="0">
                <a:solidFill>
                  <a:srgbClr val="008ED1"/>
                </a:solidFill>
                <a:latin typeface="Open Sans" charset="0"/>
                <a:ea typeface="Open Sans" charset="0"/>
                <a:cs typeface="Open Sans" charset="0"/>
                <a:sym typeface="Arial"/>
              </a:rPr>
              <a:t> 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basketball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all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morning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. 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3" name="Rectangle 4">
            <a:extLst>
              <a:ext uri="{FF2B5EF4-FFF2-40B4-BE49-F238E27FC236}">
                <a16:creationId xmlns:a16="http://schemas.microsoft.com/office/drawing/2014/main" id="{EDC3F572-5FF0-4654-8DCD-DBC4481C8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4244" y="2990854"/>
            <a:ext cx="73279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(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She’s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feeling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tired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 </a:t>
            </a:r>
            <a:r>
              <a:rPr lang="pl-PL" altLang="en-US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now</a:t>
            </a:r>
            <a:r>
              <a:rPr lang="pl-PL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itchFamily="34" charset="0"/>
                <a:cs typeface="Open Sans" pitchFamily="34" charset="0"/>
              </a:rPr>
              <a:t>.) </a:t>
            </a:r>
            <a:endParaRPr lang="en-US" altLang="en-US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E2D2687D-062B-43B0-80FB-D1021EEB4E5F}"/>
              </a:ext>
            </a:extLst>
          </p:cNvPr>
          <p:cNvSpPr/>
          <p:nvPr/>
        </p:nvSpPr>
        <p:spPr>
          <a:xfrm>
            <a:off x="4374357" y="4143375"/>
            <a:ext cx="2976561" cy="1757363"/>
          </a:xfrm>
          <a:prstGeom prst="cloud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177800" sx="98000" sy="98000" algn="tl" rotWithShape="0">
              <a:schemeClr val="tx1">
                <a:lumMod val="65000"/>
                <a:lumOff val="35000"/>
                <a:alpha val="41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C99D76A-655D-48DB-AACB-ACBBAADB4FB7}"/>
              </a:ext>
            </a:extLst>
          </p:cNvPr>
          <p:cNvSpPr txBox="1"/>
          <p:nvPr/>
        </p:nvSpPr>
        <p:spPr>
          <a:xfrm>
            <a:off x="4687094" y="4483099"/>
            <a:ext cx="2462213" cy="10779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also use it for actions that started in the past and have results in the present.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79100E5-1A73-4E2B-A947-FB763D55D7D6}"/>
              </a:ext>
            </a:extLst>
          </p:cNvPr>
          <p:cNvSpPr txBox="1"/>
          <p:nvPr/>
        </p:nvSpPr>
        <p:spPr>
          <a:xfrm>
            <a:off x="8062912" y="3727460"/>
            <a:ext cx="3487737" cy="2062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Time expressions</a:t>
            </a:r>
          </a:p>
          <a:p>
            <a:pPr algn="ctr">
              <a:defRPr/>
            </a:pP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all day/night</a:t>
            </a:r>
          </a:p>
          <a:p>
            <a:pPr algn="ctr">
              <a:defRPr/>
            </a:pP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recently</a:t>
            </a:r>
          </a:p>
          <a:p>
            <a:pPr algn="ctr">
              <a:defRPr/>
            </a:pP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How long …? </a:t>
            </a:r>
          </a:p>
          <a:p>
            <a:pPr algn="ctr">
              <a:defRPr/>
            </a:pP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since last Friday/October</a:t>
            </a:r>
          </a:p>
          <a:p>
            <a:pPr algn="ctr">
              <a:defRPr/>
            </a:pP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since I woke up</a:t>
            </a:r>
          </a:p>
          <a:p>
            <a:pPr algn="ctr">
              <a:defRPr/>
            </a:pP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two hours/three years</a:t>
            </a:r>
          </a:p>
          <a:p>
            <a:pPr algn="ctr">
              <a:defRPr/>
            </a:pPr>
            <a:r>
              <a:rPr lang="en-GB" sz="16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ages/a long time</a:t>
            </a:r>
          </a:p>
        </p:txBody>
      </p:sp>
      <p:sp>
        <p:nvSpPr>
          <p:cNvPr id="17" name="Footer Placeholder 1">
            <a:extLst>
              <a:ext uri="{FF2B5EF4-FFF2-40B4-BE49-F238E27FC236}">
                <a16:creationId xmlns:a16="http://schemas.microsoft.com/office/drawing/2014/main" id="{248DFF56-6EF1-4437-8FBA-C1424300B6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2e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80" grpId="0"/>
      <p:bldP spid="81" grpId="0"/>
      <p:bldP spid="82" grpId="0"/>
      <p:bldP spid="83" grpId="0"/>
      <p:bldP spid="86" grpId="0"/>
      <p:bldP spid="8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44BC9F-22B5-489C-869C-803A795023F1}"/>
              </a:ext>
            </a:extLst>
          </p:cNvPr>
          <p:cNvSpPr txBox="1"/>
          <p:nvPr/>
        </p:nvSpPr>
        <p:spPr>
          <a:xfrm>
            <a:off x="309563" y="2006600"/>
            <a:ext cx="11684000" cy="427809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l-PL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Anna </a:t>
            </a:r>
            <a:r>
              <a:rPr lang="pl-PL" sz="1600" b="1" kern="0" dirty="0" err="1">
                <a:solidFill>
                  <a:srgbClr val="008ED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has</a:t>
            </a:r>
            <a:r>
              <a:rPr lang="pl-PL" sz="1600" b="1" kern="0" dirty="0">
                <a:solidFill>
                  <a:srgbClr val="008ED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been</a:t>
            </a:r>
            <a:r>
              <a:rPr lang="pl-PL" sz="1600" b="1" kern="0" dirty="0">
                <a:solidFill>
                  <a:srgbClr val="008ED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b="1" kern="0" dirty="0" err="1">
                <a:solidFill>
                  <a:srgbClr val="008ED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writing</a:t>
            </a:r>
            <a:r>
              <a:rPr lang="pl-PL" sz="1600" b="1" kern="0" dirty="0">
                <a:solidFill>
                  <a:srgbClr val="008ED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her own fashion blog since January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.</a:t>
            </a:r>
            <a:b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b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r>
              <a:rPr lang="pl-PL" sz="1600" b="1" kern="0" dirty="0">
                <a:solidFill>
                  <a:srgbClr val="008ED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We</a:t>
            </a:r>
            <a: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________________________</a:t>
            </a:r>
            <a: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Jack for half an hour, and he’s still not ready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!</a:t>
            </a:r>
            <a:b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b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endParaRPr lang="pl-PL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My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brother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________________________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baseball caps since he was little. He’s got over fifty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!</a:t>
            </a:r>
            <a:b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b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endParaRPr lang="pl-PL" sz="16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l-PL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They</a:t>
            </a:r>
            <a:r>
              <a:rPr lang="pl-PL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________________________ 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their dance for the show all morning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.</a:t>
            </a:r>
            <a:b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endParaRPr lang="pl-PL" sz="16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pl-PL" sz="16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l-PL" sz="16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I ________________________ my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money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to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buy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a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jacket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.</a:t>
            </a:r>
            <a:b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</a:br>
            <a:endParaRPr lang="pl-PL" sz="16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endParaRPr lang="pl-PL" sz="16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/>
            </a:pPr>
            <a:r>
              <a:rPr lang="pl-PL" sz="1600" b="1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T</a:t>
            </a:r>
            <a:r>
              <a:rPr lang="en-GB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here’s chocolate all round your mouth! 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________________________ (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you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)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chocolate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cake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? </a:t>
            </a:r>
            <a:endParaRPr lang="pl-PL" sz="16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30" name="Shape 82">
            <a:extLst>
              <a:ext uri="{FF2B5EF4-FFF2-40B4-BE49-F238E27FC236}">
                <a16:creationId xmlns:a16="http://schemas.microsoft.com/office/drawing/2014/main" id="{8AB51BEB-ACC0-4EDE-B5C3-88C67EE321DC}"/>
              </a:ext>
            </a:extLst>
          </p:cNvPr>
          <p:cNvSpPr txBox="1">
            <a:spLocks/>
          </p:cNvSpPr>
          <p:nvPr/>
        </p:nvSpPr>
        <p:spPr>
          <a:xfrm>
            <a:off x="1762125" y="922338"/>
            <a:ext cx="6757988" cy="84296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●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●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○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5000"/>
              </a:lnSpc>
              <a:spcBef>
                <a:spcPts val="0"/>
              </a:spcBef>
              <a:spcAft>
                <a:spcPts val="2100"/>
              </a:spcAft>
              <a:buClr>
                <a:schemeClr val="dk2"/>
              </a:buClr>
              <a:buSzPct val="100000"/>
              <a:buChar char="■"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eaLnBrk="1" fontAlgn="auto" hangingPunct="1">
              <a:lnSpc>
                <a:spcPts val="2600"/>
              </a:lnSpc>
              <a:spcAft>
                <a:spcPts val="0"/>
              </a:spcAft>
              <a:buClr>
                <a:srgbClr val="9E3611"/>
              </a:buClr>
              <a:buSzPct val="25000"/>
              <a:buFontTx/>
              <a:buNone/>
              <a:defRPr/>
            </a:pP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Complete the </a:t>
            </a: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sentences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with the Present Perfect </a:t>
            </a: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Continuous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form of the </a:t>
            </a: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verbs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</a:t>
            </a:r>
            <a:r>
              <a:rPr lang="pl-PL" sz="2000" b="1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below</a:t>
            </a:r>
            <a:r>
              <a:rPr lang="pl-PL" sz="2000" b="1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.</a:t>
            </a:r>
            <a:endParaRPr lang="en-US" sz="2000" b="1" kern="0" dirty="0">
              <a:solidFill>
                <a:schemeClr val="dk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Open San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08D5BE-0ED2-46DE-B7FD-F071BEB8FB3B}"/>
              </a:ext>
            </a:extLst>
          </p:cNvPr>
          <p:cNvSpPr/>
          <p:nvPr/>
        </p:nvSpPr>
        <p:spPr>
          <a:xfrm>
            <a:off x="1262698" y="2936875"/>
            <a:ext cx="1919288" cy="3381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have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been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waiting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8" name="Shape 81">
            <a:extLst>
              <a:ext uri="{FF2B5EF4-FFF2-40B4-BE49-F238E27FC236}">
                <a16:creationId xmlns:a16="http://schemas.microsoft.com/office/drawing/2014/main" id="{A3EDCA08-E573-4088-B956-FF6D87B8E19C}"/>
              </a:ext>
            </a:extLst>
          </p:cNvPr>
          <p:cNvSpPr txBox="1">
            <a:spLocks/>
          </p:cNvSpPr>
          <p:nvPr/>
        </p:nvSpPr>
        <p:spPr>
          <a:xfrm>
            <a:off x="1762125" y="233363"/>
            <a:ext cx="10142538" cy="798512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>
              <a:lnSpc>
                <a:spcPct val="90000"/>
              </a:lnSpc>
              <a:buClr>
                <a:schemeClr val="dk1"/>
              </a:buClr>
              <a:buSzPct val="25000"/>
              <a:buFont typeface="Rokkitt"/>
              <a:defRPr sz="4400" b="1">
                <a:solidFill>
                  <a:srgbClr val="1C4587"/>
                </a:solidFill>
                <a:latin typeface="Open Sans"/>
                <a:ea typeface="Open Sans"/>
                <a:cs typeface="Open Sans"/>
              </a:defRPr>
            </a:lvl1pPr>
            <a:lvl2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2pPr>
            <a:lvl3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3pPr>
            <a:lvl4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4pPr>
            <a:lvl5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5pPr>
            <a:lvl6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6pPr>
            <a:lvl7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7pPr>
            <a:lvl8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8pPr>
            <a:lvl9pPr>
              <a:buClr>
                <a:schemeClr val="dk1"/>
              </a:buClr>
              <a:buSzPct val="100000"/>
              <a:defRPr sz="3700">
                <a:solidFill>
                  <a:schemeClr val="dk1"/>
                </a:solidFill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Practice</a:t>
            </a:r>
            <a:r>
              <a:rPr lang="pl-PL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Open Sans"/>
              </a:rPr>
              <a:t> Time</a:t>
            </a:r>
          </a:p>
        </p:txBody>
      </p:sp>
      <p:pic>
        <p:nvPicPr>
          <p:cNvPr id="21510" name="Obraz 19">
            <a:extLst>
              <a:ext uri="{FF2B5EF4-FFF2-40B4-BE49-F238E27FC236}">
                <a16:creationId xmlns:a16="http://schemas.microsoft.com/office/drawing/2014/main" id="{5341FB7D-3CE7-42EE-B561-BD40EF3F07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388" y="323850"/>
            <a:ext cx="1246187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32">
            <a:extLst>
              <a:ext uri="{FF2B5EF4-FFF2-40B4-BE49-F238E27FC236}">
                <a16:creationId xmlns:a16="http://schemas.microsoft.com/office/drawing/2014/main" id="{483BE040-3595-436A-9901-3A70FCA629B9}"/>
              </a:ext>
            </a:extLst>
          </p:cNvPr>
          <p:cNvSpPr/>
          <p:nvPr/>
        </p:nvSpPr>
        <p:spPr>
          <a:xfrm>
            <a:off x="1925479" y="3671093"/>
            <a:ext cx="209518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has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been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collecting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7" name="Rectangle 32">
            <a:extLst>
              <a:ext uri="{FF2B5EF4-FFF2-40B4-BE49-F238E27FC236}">
                <a16:creationId xmlns:a16="http://schemas.microsoft.com/office/drawing/2014/main" id="{E648CD5D-45E9-426A-B4F8-93C3B2EC829F}"/>
              </a:ext>
            </a:extLst>
          </p:cNvPr>
          <p:cNvSpPr/>
          <p:nvPr/>
        </p:nvSpPr>
        <p:spPr>
          <a:xfrm>
            <a:off x="1278573" y="4399756"/>
            <a:ext cx="2225160" cy="3381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have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been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practising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9" name="Rectangle 32">
            <a:extLst>
              <a:ext uri="{FF2B5EF4-FFF2-40B4-BE49-F238E27FC236}">
                <a16:creationId xmlns:a16="http://schemas.microsoft.com/office/drawing/2014/main" id="{57751E3D-4E1A-483D-A07A-E9B3CB8F34BF}"/>
              </a:ext>
            </a:extLst>
          </p:cNvPr>
          <p:cNvSpPr/>
          <p:nvPr/>
        </p:nvSpPr>
        <p:spPr>
          <a:xfrm>
            <a:off x="1071800" y="5128002"/>
            <a:ext cx="191928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have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been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saving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20" name="Rectangle 32">
            <a:extLst>
              <a:ext uri="{FF2B5EF4-FFF2-40B4-BE49-F238E27FC236}">
                <a16:creationId xmlns:a16="http://schemas.microsoft.com/office/drawing/2014/main" id="{FA251AF0-9CE0-43A6-BD23-75A9FC64A8D9}"/>
              </a:ext>
            </a:extLst>
          </p:cNvPr>
          <p:cNvSpPr/>
          <p:nvPr/>
        </p:nvSpPr>
        <p:spPr>
          <a:xfrm>
            <a:off x="4395788" y="5859464"/>
            <a:ext cx="21685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Have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you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been</a:t>
            </a:r>
            <a:r>
              <a:rPr lang="pl-PL" sz="16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</a:t>
            </a:r>
            <a:r>
              <a:rPr lang="pl-PL" sz="1600" kern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eating</a:t>
            </a:r>
            <a:endParaRPr lang="en-GB" sz="1600" kern="0" dirty="0">
              <a:solidFill>
                <a:schemeClr val="tx1">
                  <a:lumMod val="75000"/>
                  <a:lumOff val="2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sp>
        <p:nvSpPr>
          <p:cNvPr id="12" name="TextBox 1">
            <a:extLst>
              <a:ext uri="{FF2B5EF4-FFF2-40B4-BE49-F238E27FC236}">
                <a16:creationId xmlns:a16="http://schemas.microsoft.com/office/drawing/2014/main" id="{E23D83AB-1A7F-406B-BEE3-6332AB49C0BE}"/>
              </a:ext>
            </a:extLst>
          </p:cNvPr>
          <p:cNvSpPr txBox="1"/>
          <p:nvPr/>
        </p:nvSpPr>
        <p:spPr>
          <a:xfrm>
            <a:off x="1826412" y="1728038"/>
            <a:ext cx="6238295" cy="338554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practise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         </a:t>
            </a:r>
            <a:r>
              <a:rPr lang="pl-PL" sz="1600" strike="sngStrike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write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         </a:t>
            </a: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eat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         </a:t>
            </a: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wait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         </a:t>
            </a: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collect</a:t>
            </a:r>
            <a:r>
              <a:rPr lang="pl-PL" sz="1600" kern="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          </a:t>
            </a:r>
            <a:r>
              <a:rPr lang="pl-PL" sz="1600" kern="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Arial"/>
              </a:rPr>
              <a:t>save</a:t>
            </a:r>
            <a:endParaRPr lang="pl-PL" sz="1600" kern="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  <a:sym typeface="Arial"/>
            </a:endParaRPr>
          </a:p>
        </p:txBody>
      </p:sp>
      <p:cxnSp>
        <p:nvCxnSpPr>
          <p:cNvPr id="14" name="Łącznik prosty 13">
            <a:extLst>
              <a:ext uri="{FF2B5EF4-FFF2-40B4-BE49-F238E27FC236}">
                <a16:creationId xmlns:a16="http://schemas.microsoft.com/office/drawing/2014/main" id="{1B4F8B1F-4E21-43E1-BAF5-FA091D2762A8}"/>
              </a:ext>
            </a:extLst>
          </p:cNvPr>
          <p:cNvCxnSpPr>
            <a:cxnSpLocks/>
          </p:cNvCxnSpPr>
          <p:nvPr/>
        </p:nvCxnSpPr>
        <p:spPr>
          <a:xfrm>
            <a:off x="4974431" y="1919288"/>
            <a:ext cx="41671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Łącznik prosty 14">
            <a:extLst>
              <a:ext uri="{FF2B5EF4-FFF2-40B4-BE49-F238E27FC236}">
                <a16:creationId xmlns:a16="http://schemas.microsoft.com/office/drawing/2014/main" id="{6FCCFF1F-71D8-4AEB-8252-4C4722859AF5}"/>
              </a:ext>
            </a:extLst>
          </p:cNvPr>
          <p:cNvCxnSpPr>
            <a:cxnSpLocks/>
          </p:cNvCxnSpPr>
          <p:nvPr/>
        </p:nvCxnSpPr>
        <p:spPr>
          <a:xfrm>
            <a:off x="5901530" y="1919288"/>
            <a:ext cx="625476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Łącznik prosty 20">
            <a:extLst>
              <a:ext uri="{FF2B5EF4-FFF2-40B4-BE49-F238E27FC236}">
                <a16:creationId xmlns:a16="http://schemas.microsoft.com/office/drawing/2014/main" id="{4264FF76-686A-4DB0-95DF-8DF1F9B00C37}"/>
              </a:ext>
            </a:extLst>
          </p:cNvPr>
          <p:cNvCxnSpPr>
            <a:cxnSpLocks/>
          </p:cNvCxnSpPr>
          <p:nvPr/>
        </p:nvCxnSpPr>
        <p:spPr>
          <a:xfrm>
            <a:off x="7046119" y="1919288"/>
            <a:ext cx="421482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Łącznik prosty 21">
            <a:extLst>
              <a:ext uri="{FF2B5EF4-FFF2-40B4-BE49-F238E27FC236}">
                <a16:creationId xmlns:a16="http://schemas.microsoft.com/office/drawing/2014/main" id="{D0FAEFE6-541C-417C-9C86-F03C03BF0BAE}"/>
              </a:ext>
            </a:extLst>
          </p:cNvPr>
          <p:cNvCxnSpPr>
            <a:cxnSpLocks/>
          </p:cNvCxnSpPr>
          <p:nvPr/>
        </p:nvCxnSpPr>
        <p:spPr>
          <a:xfrm>
            <a:off x="4145756" y="1919288"/>
            <a:ext cx="311943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Łącznik prosty 23">
            <a:extLst>
              <a:ext uri="{FF2B5EF4-FFF2-40B4-BE49-F238E27FC236}">
                <a16:creationId xmlns:a16="http://schemas.microsoft.com/office/drawing/2014/main" id="{CE9E5DAB-E4D0-4B99-B994-EB4AAE2D2D24}"/>
              </a:ext>
            </a:extLst>
          </p:cNvPr>
          <p:cNvCxnSpPr>
            <a:cxnSpLocks/>
          </p:cNvCxnSpPr>
          <p:nvPr/>
        </p:nvCxnSpPr>
        <p:spPr>
          <a:xfrm>
            <a:off x="1899443" y="1919288"/>
            <a:ext cx="733425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21" name="TextBox 1">
            <a:extLst>
              <a:ext uri="{FF2B5EF4-FFF2-40B4-BE49-F238E27FC236}">
                <a16:creationId xmlns:a16="http://schemas.microsoft.com/office/drawing/2014/main" id="{C3495F19-8607-4CAA-82F1-4EC523CAAE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2125" y="1728788"/>
            <a:ext cx="46038" cy="338137"/>
          </a:xfrm>
          <a:prstGeom prst="rect">
            <a:avLst/>
          </a:prstGeom>
          <a:noFill/>
          <a:ln w="57150">
            <a:solidFill>
              <a:srgbClr val="BFBFB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pPr eaLnBrk="1" hangingPunct="1"/>
            <a:endParaRPr lang="pl-PL" altLang="en-US" sz="1600">
              <a:latin typeface="Open Sans" pitchFamily="34" charset="0"/>
              <a:cs typeface="Open Sans" pitchFamily="34" charset="0"/>
            </a:endParaRPr>
          </a:p>
        </p:txBody>
      </p:sp>
      <p:sp>
        <p:nvSpPr>
          <p:cNvPr id="23" name="Footer Placeholder 1">
            <a:extLst>
              <a:ext uri="{FF2B5EF4-FFF2-40B4-BE49-F238E27FC236}">
                <a16:creationId xmlns:a16="http://schemas.microsoft.com/office/drawing/2014/main" id="{9EA9C9B8-4A41-4461-B212-707E1CEE657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211138" y="6343650"/>
            <a:ext cx="6327775" cy="365125"/>
          </a:xfrm>
          <a:noFill/>
        </p:spPr>
        <p:txBody>
          <a:bodyPr/>
          <a:lstStyle>
            <a:lvl1pPr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marL="742950" indent="-28575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2pPr>
            <a:lvl3pPr marL="11430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3pPr>
            <a:lvl4pPr marL="16002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4pPr>
            <a:lvl5pPr marL="2057400" indent="-228600"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9pPr>
          </a:lstStyle>
          <a:p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Copyright © 2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021</a:t>
            </a:r>
            <a:r>
              <a:rPr lang="en-US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by Pearson Education      </a:t>
            </a:r>
            <a:r>
              <a:rPr lang="pl-PL" altLang="en-US" sz="1100" dirty="0" err="1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Wider</a:t>
            </a:r>
            <a:r>
              <a:rPr lang="pl-PL" altLang="en-US" sz="1100" dirty="0">
                <a:solidFill>
                  <a:srgbClr val="595959"/>
                </a:solidFill>
                <a:latin typeface="Open Sans" pitchFamily="34" charset="0"/>
                <a:cs typeface="Open Sans" pitchFamily="34" charset="0"/>
                <a:sym typeface="Open Sans" pitchFamily="34" charset="0"/>
              </a:rPr>
              <a:t> World 2e 4</a:t>
            </a:r>
            <a:endParaRPr lang="en-US" altLang="en-US" sz="1100" dirty="0">
              <a:solidFill>
                <a:srgbClr val="595959"/>
              </a:solidFill>
              <a:latin typeface="Open Sans" pitchFamily="34" charset="0"/>
              <a:cs typeface="Open Sans" pitchFamily="34" charset="0"/>
              <a:sym typeface="Open Sans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16" grpId="0"/>
      <p:bldP spid="17" grpId="0"/>
      <p:bldP spid="19" grpId="0"/>
      <p:bldP spid="20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5554</TotalTime>
  <Words>651</Words>
  <Application>Microsoft Office PowerPoint</Application>
  <PresentationFormat>Panoramiczny</PresentationFormat>
  <Paragraphs>75</Paragraphs>
  <Slides>6</Slides>
  <Notes>6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1" baseType="lpstr">
      <vt:lpstr>Arial</vt:lpstr>
      <vt:lpstr>Open Sans</vt:lpstr>
      <vt:lpstr>Open Sans Light</vt:lpstr>
      <vt:lpstr>Rokkitt</vt:lpstr>
      <vt:lpstr>Simple Light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Emphatic structures</dc:title>
  <dc:creator>Louise Manicolo</dc:creator>
  <cp:lastModifiedBy>Kwiatkowski, Cezary</cp:lastModifiedBy>
  <cp:revision>400</cp:revision>
  <dcterms:modified xsi:type="dcterms:W3CDTF">2021-03-30T06:47:08Z</dcterms:modified>
</cp:coreProperties>
</file>
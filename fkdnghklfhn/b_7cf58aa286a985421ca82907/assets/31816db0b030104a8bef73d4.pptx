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8"/>
  </p:notesMasterIdLst>
  <p:sldIdLst>
    <p:sldId id="306" r:id="rId2"/>
    <p:sldId id="258" r:id="rId3"/>
    <p:sldId id="295" r:id="rId4"/>
    <p:sldId id="301" r:id="rId5"/>
    <p:sldId id="313" r:id="rId6"/>
    <p:sldId id="272" r:id="rId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1436">
          <p15:clr>
            <a:srgbClr val="A4A3A4"/>
          </p15:clr>
        </p15:guide>
        <p15:guide id="2" orient="horz" pos="3453" userDrawn="1">
          <p15:clr>
            <a:srgbClr val="A4A3A4"/>
          </p15:clr>
        </p15:guide>
        <p15:guide id="3" pos="21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E3"/>
    <a:srgbClr val="008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A226DA-7852-0344-7AA5-F69DC8D34B46}" v="88" dt="2021-02-03T11:47:02.363"/>
  </p1510:revLst>
</p1510:revInfo>
</file>

<file path=ppt/tableStyles.xml><?xml version="1.0" encoding="utf-8"?>
<a:tblStyleLst xmlns:a="http://schemas.openxmlformats.org/drawingml/2006/main" def="{C3A2CA1F-3267-4498-8071-7EE1E42671EB}">
  <a:tblStyle styleId="{C3A2CA1F-3267-4498-8071-7EE1E42671EB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7E8E7"/>
          </a:solidFill>
        </a:fill>
      </a:tcStyle>
    </a:wholeTbl>
    <a:band1H>
      <a:tcStyle>
        <a:tcBdr/>
        <a:fill>
          <a:solidFill>
            <a:srgbClr val="EFCECA"/>
          </a:solidFill>
        </a:fill>
      </a:tcStyle>
    </a:band1H>
    <a:band1V>
      <a:tcStyle>
        <a:tcBdr/>
        <a:fill>
          <a:solidFill>
            <a:srgbClr val="EFCECA"/>
          </a:solidFill>
        </a:fill>
      </a:tcStyle>
    </a:band1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814" autoAdjust="0"/>
    <p:restoredTop sz="96807" autoAdjust="0"/>
  </p:normalViewPr>
  <p:slideViewPr>
    <p:cSldViewPr snapToGrid="0">
      <p:cViewPr varScale="1">
        <p:scale>
          <a:sx n="126" d="100"/>
          <a:sy n="126" d="100"/>
        </p:scale>
        <p:origin x="594" y="132"/>
      </p:cViewPr>
      <p:guideLst>
        <p:guide pos="1436"/>
        <p:guide orient="horz" pos="3453"/>
        <p:guide pos="210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wiatkowski, Cezary" userId="S::cezary.kwiatkowski@pearson.com::560e7de1-69fa-4359-9f95-3f840013f5fd" providerId="AD" clId="Web-{BFA226DA-7852-0344-7AA5-F69DC8D34B46}"/>
    <pc:docChg chg="modSld">
      <pc:chgData name="Kwiatkowski, Cezary" userId="S::cezary.kwiatkowski@pearson.com::560e7de1-69fa-4359-9f95-3f840013f5fd" providerId="AD" clId="Web-{BFA226DA-7852-0344-7AA5-F69DC8D34B46}" dt="2021-02-03T11:47:02.363" v="59" actId="20577"/>
      <pc:docMkLst>
        <pc:docMk/>
      </pc:docMkLst>
      <pc:sldChg chg="modSp">
        <pc:chgData name="Kwiatkowski, Cezary" userId="S::cezary.kwiatkowski@pearson.com::560e7de1-69fa-4359-9f95-3f840013f5fd" providerId="AD" clId="Web-{BFA226DA-7852-0344-7AA5-F69DC8D34B46}" dt="2021-02-03T11:32:26.966" v="7" actId="20577"/>
        <pc:sldMkLst>
          <pc:docMk/>
          <pc:sldMk cId="0" sldId="258"/>
        </pc:sldMkLst>
        <pc:spChg chg="mod">
          <ac:chgData name="Kwiatkowski, Cezary" userId="S::cezary.kwiatkowski@pearson.com::560e7de1-69fa-4359-9f95-3f840013f5fd" providerId="AD" clId="Web-{BFA226DA-7852-0344-7AA5-F69DC8D34B46}" dt="2021-02-03T11:32:26.966" v="7" actId="20577"/>
          <ac:spMkLst>
            <pc:docMk/>
            <pc:sldMk cId="0" sldId="258"/>
            <ac:spMk id="13319" creationId="{3DA96E59-334B-4D76-8347-A8B441BDE29A}"/>
          </ac:spMkLst>
        </pc:spChg>
      </pc:sldChg>
      <pc:sldChg chg="modSp">
        <pc:chgData name="Kwiatkowski, Cezary" userId="S::cezary.kwiatkowski@pearson.com::560e7de1-69fa-4359-9f95-3f840013f5fd" providerId="AD" clId="Web-{BFA226DA-7852-0344-7AA5-F69DC8D34B46}" dt="2021-02-03T11:46:59.957" v="51" actId="14100"/>
        <pc:sldMkLst>
          <pc:docMk/>
          <pc:sldMk cId="0" sldId="272"/>
        </pc:sldMkLst>
        <pc:spChg chg="mod">
          <ac:chgData name="Kwiatkowski, Cezary" userId="S::cezary.kwiatkowski@pearson.com::560e7de1-69fa-4359-9f95-3f840013f5fd" providerId="AD" clId="Web-{BFA226DA-7852-0344-7AA5-F69DC8D34B46}" dt="2021-02-03T11:46:59.957" v="51" actId="14100"/>
          <ac:spMkLst>
            <pc:docMk/>
            <pc:sldMk cId="0" sldId="272"/>
            <ac:spMk id="2" creationId="{8A2C0B94-8EDE-4BF7-84B5-7D899F4CEA3D}"/>
          </ac:spMkLst>
        </pc:spChg>
      </pc:sldChg>
      <pc:sldChg chg="modSp">
        <pc:chgData name="Kwiatkowski, Cezary" userId="S::cezary.kwiatkowski@pearson.com::560e7de1-69fa-4359-9f95-3f840013f5fd" providerId="AD" clId="Web-{BFA226DA-7852-0344-7AA5-F69DC8D34B46}" dt="2021-02-03T11:32:29.185" v="8" actId="20577"/>
        <pc:sldMkLst>
          <pc:docMk/>
          <pc:sldMk cId="0" sldId="295"/>
        </pc:sldMkLst>
        <pc:spChg chg="mod">
          <ac:chgData name="Kwiatkowski, Cezary" userId="S::cezary.kwiatkowski@pearson.com::560e7de1-69fa-4359-9f95-3f840013f5fd" providerId="AD" clId="Web-{BFA226DA-7852-0344-7AA5-F69DC8D34B46}" dt="2021-02-03T11:32:29.185" v="8" actId="20577"/>
          <ac:spMkLst>
            <pc:docMk/>
            <pc:sldMk cId="0" sldId="295"/>
            <ac:spMk id="15366" creationId="{83DC378C-85E3-4C30-B47B-EBDB11A418E0}"/>
          </ac:spMkLst>
        </pc:spChg>
      </pc:sldChg>
      <pc:sldChg chg="modSp">
        <pc:chgData name="Kwiatkowski, Cezary" userId="S::cezary.kwiatkowski@pearson.com::560e7de1-69fa-4359-9f95-3f840013f5fd" providerId="AD" clId="Web-{BFA226DA-7852-0344-7AA5-F69DC8D34B46}" dt="2021-02-03T11:32:32.201" v="9" actId="20577"/>
        <pc:sldMkLst>
          <pc:docMk/>
          <pc:sldMk cId="0" sldId="301"/>
        </pc:sldMkLst>
        <pc:spChg chg="mod">
          <ac:chgData name="Kwiatkowski, Cezary" userId="S::cezary.kwiatkowski@pearson.com::560e7de1-69fa-4359-9f95-3f840013f5fd" providerId="AD" clId="Web-{BFA226DA-7852-0344-7AA5-F69DC8D34B46}" dt="2021-02-03T11:32:32.201" v="9" actId="20577"/>
          <ac:spMkLst>
            <pc:docMk/>
            <pc:sldMk cId="0" sldId="301"/>
            <ac:spMk id="17439" creationId="{5617823E-4C76-4240-A75E-2338C8C3F030}"/>
          </ac:spMkLst>
        </pc:spChg>
      </pc:sldChg>
      <pc:sldChg chg="modSp addAnim delAnim">
        <pc:chgData name="Kwiatkowski, Cezary" userId="S::cezary.kwiatkowski@pearson.com::560e7de1-69fa-4359-9f95-3f840013f5fd" providerId="AD" clId="Web-{BFA226DA-7852-0344-7AA5-F69DC8D34B46}" dt="2021-02-03T11:47:02.363" v="59" actId="20577"/>
        <pc:sldMkLst>
          <pc:docMk/>
          <pc:sldMk cId="0" sldId="313"/>
        </pc:sldMkLst>
        <pc:spChg chg="mod">
          <ac:chgData name="Kwiatkowski, Cezary" userId="S::cezary.kwiatkowski@pearson.com::560e7de1-69fa-4359-9f95-3f840013f5fd" providerId="AD" clId="Web-{BFA226DA-7852-0344-7AA5-F69DC8D34B46}" dt="2021-02-03T11:35:56.862" v="42" actId="20577"/>
          <ac:spMkLst>
            <pc:docMk/>
            <pc:sldMk cId="0" sldId="313"/>
            <ac:spMk id="38" creationId="{ED0BCB4D-A6EC-42C8-ABA9-407531C9B847}"/>
          </ac:spMkLst>
        </pc:spChg>
        <pc:spChg chg="mod">
          <ac:chgData name="Kwiatkowski, Cezary" userId="S::cezary.kwiatkowski@pearson.com::560e7de1-69fa-4359-9f95-3f840013f5fd" providerId="AD" clId="Web-{BFA226DA-7852-0344-7AA5-F69DC8D34B46}" dt="2021-02-03T11:35:33.690" v="40" actId="20577"/>
          <ac:spMkLst>
            <pc:docMk/>
            <pc:sldMk cId="0" sldId="313"/>
            <ac:spMk id="48" creationId="{7721A3BF-D4CB-4DA4-A414-9B97E7612B4F}"/>
          </ac:spMkLst>
        </pc:spChg>
        <pc:spChg chg="mod">
          <ac:chgData name="Kwiatkowski, Cezary" userId="S::cezary.kwiatkowski@pearson.com::560e7de1-69fa-4359-9f95-3f840013f5fd" providerId="AD" clId="Web-{BFA226DA-7852-0344-7AA5-F69DC8D34B46}" dt="2021-02-03T11:47:02.363" v="59" actId="20577"/>
          <ac:spMkLst>
            <pc:docMk/>
            <pc:sldMk cId="0" sldId="313"/>
            <ac:spMk id="63" creationId="{F20075C2-6055-44D8-A8B3-92CDF6BC2D7A}"/>
          </ac:spMkLst>
        </pc:spChg>
        <pc:spChg chg="mod">
          <ac:chgData name="Kwiatkowski, Cezary" userId="S::cezary.kwiatkowski@pearson.com::560e7de1-69fa-4359-9f95-3f840013f5fd" providerId="AD" clId="Web-{BFA226DA-7852-0344-7AA5-F69DC8D34B46}" dt="2021-02-03T11:32:37.029" v="11" actId="20577"/>
          <ac:spMkLst>
            <pc:docMk/>
            <pc:sldMk cId="0" sldId="313"/>
            <ac:spMk id="19459" creationId="{40412625-D26F-41F2-8C90-AABAE88FD40B}"/>
          </ac:spMkLst>
        </pc:spChg>
        <pc:cxnChg chg="mod">
          <ac:chgData name="Kwiatkowski, Cezary" userId="S::cezary.kwiatkowski@pearson.com::560e7de1-69fa-4359-9f95-3f840013f5fd" providerId="AD" clId="Web-{BFA226DA-7852-0344-7AA5-F69DC8D34B46}" dt="2021-02-03T11:34:45.329" v="13" actId="1076"/>
          <ac:cxnSpMkLst>
            <pc:docMk/>
            <pc:sldMk cId="0" sldId="313"/>
            <ac:cxnSpMk id="21" creationId="{9D1093F2-2151-43AE-AD5B-0A272D7D788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hape 3">
            <a:extLst>
              <a:ext uri="{FF2B5EF4-FFF2-40B4-BE49-F238E27FC236}">
                <a16:creationId xmlns:a16="http://schemas.microsoft.com/office/drawing/2014/main" id="{F10A9F59-B0EF-4356-8E0C-811F53A2A0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EFDE753-B936-4311-BB15-3F574917CF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pPr lvl="0"/>
            <a:endParaRPr noProof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099494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hape 78">
            <a:extLst>
              <a:ext uri="{FF2B5EF4-FFF2-40B4-BE49-F238E27FC236}">
                <a16:creationId xmlns:a16="http://schemas.microsoft.com/office/drawing/2014/main" id="{61A289C9-7BFF-4B6B-B47E-38130B991CD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4339" name="Shape 79">
            <a:extLst>
              <a:ext uri="{FF2B5EF4-FFF2-40B4-BE49-F238E27FC236}">
                <a16:creationId xmlns:a16="http://schemas.microsoft.com/office/drawing/2014/main" id="{D75CE995-03E8-4FD5-B73E-EF45535995E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hape 78">
            <a:extLst>
              <a:ext uri="{FF2B5EF4-FFF2-40B4-BE49-F238E27FC236}">
                <a16:creationId xmlns:a16="http://schemas.microsoft.com/office/drawing/2014/main" id="{3359F83D-E49E-4775-8987-73B39ADD037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6387" name="Shape 79">
            <a:extLst>
              <a:ext uri="{FF2B5EF4-FFF2-40B4-BE49-F238E27FC236}">
                <a16:creationId xmlns:a16="http://schemas.microsoft.com/office/drawing/2014/main" id="{7BF681E8-3D24-428C-8845-8ACB30E648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hape 78">
            <a:extLst>
              <a:ext uri="{FF2B5EF4-FFF2-40B4-BE49-F238E27FC236}">
                <a16:creationId xmlns:a16="http://schemas.microsoft.com/office/drawing/2014/main" id="{47DAA0E5-4915-4D42-84A1-E17261029A0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 dirty="0"/>
          </a:p>
        </p:txBody>
      </p:sp>
      <p:sp>
        <p:nvSpPr>
          <p:cNvPr id="18435" name="Shape 79">
            <a:extLst>
              <a:ext uri="{FF2B5EF4-FFF2-40B4-BE49-F238E27FC236}">
                <a16:creationId xmlns:a16="http://schemas.microsoft.com/office/drawing/2014/main" id="{8E95AFD9-C4A4-4A48-9506-598AD466641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hape 78">
            <a:extLst>
              <a:ext uri="{FF2B5EF4-FFF2-40B4-BE49-F238E27FC236}">
                <a16:creationId xmlns:a16="http://schemas.microsoft.com/office/drawing/2014/main" id="{E8AA172C-065C-4002-8138-CE1F56265AA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20483" name="Shape 79">
            <a:extLst>
              <a:ext uri="{FF2B5EF4-FFF2-40B4-BE49-F238E27FC236}">
                <a16:creationId xmlns:a16="http://schemas.microsoft.com/office/drawing/2014/main" id="{EFE06D55-829D-41D0-A203-3BD4B502B25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hape 284">
            <a:extLst>
              <a:ext uri="{FF2B5EF4-FFF2-40B4-BE49-F238E27FC236}">
                <a16:creationId xmlns:a16="http://schemas.microsoft.com/office/drawing/2014/main" id="{84172C4F-EFEE-4AE8-A2E1-47A5BC5174F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22531" name="Shape 285">
            <a:extLst>
              <a:ext uri="{FF2B5EF4-FFF2-40B4-BE49-F238E27FC236}">
                <a16:creationId xmlns:a16="http://schemas.microsoft.com/office/drawing/2014/main" id="{C082243D-A8FB-4050-A6E7-241617C2717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154455A8-1ABF-4AAC-8F1C-A434E5682FF9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D343A166-E8D3-4409-8027-13BE921442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6222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="b"/>
          <a:lstStyle>
            <a:lvl1pPr lvl="0">
              <a:spcBef>
                <a:spcPts val="0"/>
              </a:spcBef>
              <a:buSzPct val="100000"/>
              <a:defRPr sz="3200"/>
            </a:lvl1pPr>
            <a:lvl2pPr lvl="1">
              <a:spcBef>
                <a:spcPts val="0"/>
              </a:spcBef>
              <a:buSzPct val="100000"/>
              <a:defRPr sz="3200"/>
            </a:lvl2pPr>
            <a:lvl3pPr lvl="2">
              <a:spcBef>
                <a:spcPts val="0"/>
              </a:spcBef>
              <a:buSzPct val="100000"/>
              <a:defRPr sz="3200"/>
            </a:lvl3pPr>
            <a:lvl4pPr lvl="3">
              <a:spcBef>
                <a:spcPts val="0"/>
              </a:spcBef>
              <a:buSzPct val="100000"/>
              <a:defRPr sz="3200"/>
            </a:lvl4pPr>
            <a:lvl5pPr lvl="4">
              <a:spcBef>
                <a:spcPts val="0"/>
              </a:spcBef>
              <a:buSzPct val="100000"/>
              <a:defRPr sz="3200"/>
            </a:lvl5pPr>
            <a:lvl6pPr lvl="5">
              <a:spcBef>
                <a:spcPts val="0"/>
              </a:spcBef>
              <a:buSzPct val="100000"/>
              <a:defRPr sz="3200"/>
            </a:lvl6pPr>
            <a:lvl7pPr lvl="6">
              <a:spcBef>
                <a:spcPts val="0"/>
              </a:spcBef>
              <a:buSzPct val="100000"/>
              <a:defRPr sz="3200"/>
            </a:lvl7pPr>
            <a:lvl8pPr lvl="7">
              <a:spcBef>
                <a:spcPts val="0"/>
              </a:spcBef>
              <a:buSzPct val="100000"/>
              <a:defRPr sz="3200"/>
            </a:lvl8pPr>
            <a:lvl9pPr lvl="8">
              <a:spcBef>
                <a:spcPts val="0"/>
              </a:spcBef>
              <a:buSzPct val="100000"/>
              <a:defRPr sz="32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6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4" name="Shape 31">
            <a:extLst>
              <a:ext uri="{FF2B5EF4-FFF2-40B4-BE49-F238E27FC236}">
                <a16:creationId xmlns:a16="http://schemas.microsoft.com/office/drawing/2014/main" id="{30C63CEE-EB92-49B4-B3AC-7C4D018BF4E5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6986C98A-D7C1-4E30-8611-05C5E17E87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3065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53666" y="600200"/>
            <a:ext cx="8490300" cy="54543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buSzPct val="100000"/>
              <a:defRPr sz="6400"/>
            </a:lvl1pPr>
            <a:lvl2pPr lvl="1">
              <a:spcBef>
                <a:spcPts val="0"/>
              </a:spcBef>
              <a:buSzPct val="100000"/>
              <a:defRPr sz="6400"/>
            </a:lvl2pPr>
            <a:lvl3pPr lvl="2">
              <a:spcBef>
                <a:spcPts val="0"/>
              </a:spcBef>
              <a:buSzPct val="100000"/>
              <a:defRPr sz="6400"/>
            </a:lvl3pPr>
            <a:lvl4pPr lvl="3">
              <a:spcBef>
                <a:spcPts val="0"/>
              </a:spcBef>
              <a:buSzPct val="100000"/>
              <a:defRPr sz="6400"/>
            </a:lvl4pPr>
            <a:lvl5pPr lvl="4">
              <a:spcBef>
                <a:spcPts val="0"/>
              </a:spcBef>
              <a:buSzPct val="100000"/>
              <a:defRPr sz="6400"/>
            </a:lvl5pPr>
            <a:lvl6pPr lvl="5">
              <a:spcBef>
                <a:spcPts val="0"/>
              </a:spcBef>
              <a:buSzPct val="100000"/>
              <a:defRPr sz="6400"/>
            </a:lvl6pPr>
            <a:lvl7pPr lvl="6">
              <a:spcBef>
                <a:spcPts val="0"/>
              </a:spcBef>
              <a:buSzPct val="100000"/>
              <a:defRPr sz="6400"/>
            </a:lvl7pPr>
            <a:lvl8pPr lvl="7">
              <a:spcBef>
                <a:spcPts val="0"/>
              </a:spcBef>
              <a:buSzPct val="100000"/>
              <a:defRPr sz="6400"/>
            </a:lvl8pPr>
            <a:lvl9pPr lvl="8">
              <a:spcBef>
                <a:spcPts val="0"/>
              </a:spcBef>
              <a:buSzPct val="100000"/>
              <a:defRPr sz="6400"/>
            </a:lvl9pPr>
          </a:lstStyle>
          <a:p>
            <a:endParaRPr/>
          </a:p>
        </p:txBody>
      </p:sp>
      <p:sp>
        <p:nvSpPr>
          <p:cNvPr id="3" name="Shape 34">
            <a:extLst>
              <a:ext uri="{FF2B5EF4-FFF2-40B4-BE49-F238E27FC236}">
                <a16:creationId xmlns:a16="http://schemas.microsoft.com/office/drawing/2014/main" id="{B3248071-3797-4510-944E-9C2A4B6B68D1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E7C56B30-A931-4446-A944-1109D6BDF59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0748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6">
            <a:extLst>
              <a:ext uri="{FF2B5EF4-FFF2-40B4-BE49-F238E27FC236}">
                <a16:creationId xmlns:a16="http://schemas.microsoft.com/office/drawing/2014/main" id="{A1EA353C-14DA-432C-998F-B9632DA57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5600"/>
            </a:lvl1pPr>
            <a:lvl2pPr lvl="1" algn="ctr">
              <a:spcBef>
                <a:spcPts val="0"/>
              </a:spcBef>
              <a:buSzPct val="100000"/>
              <a:defRPr sz="5600"/>
            </a:lvl2pPr>
            <a:lvl3pPr lvl="2" algn="ctr">
              <a:spcBef>
                <a:spcPts val="0"/>
              </a:spcBef>
              <a:buSzPct val="100000"/>
              <a:defRPr sz="5600"/>
            </a:lvl3pPr>
            <a:lvl4pPr lvl="3" algn="ctr">
              <a:spcBef>
                <a:spcPts val="0"/>
              </a:spcBef>
              <a:buSzPct val="100000"/>
              <a:defRPr sz="5600"/>
            </a:lvl4pPr>
            <a:lvl5pPr lvl="4" algn="ctr">
              <a:spcBef>
                <a:spcPts val="0"/>
              </a:spcBef>
              <a:buSzPct val="100000"/>
              <a:defRPr sz="5600"/>
            </a:lvl5pPr>
            <a:lvl6pPr lvl="5" algn="ctr">
              <a:spcBef>
                <a:spcPts val="0"/>
              </a:spcBef>
              <a:buSzPct val="100000"/>
              <a:defRPr sz="5600"/>
            </a:lvl6pPr>
            <a:lvl7pPr lvl="6" algn="ctr">
              <a:spcBef>
                <a:spcPts val="0"/>
              </a:spcBef>
              <a:buSzPct val="100000"/>
              <a:defRPr sz="5600"/>
            </a:lvl7pPr>
            <a:lvl8pPr lvl="7" algn="ctr">
              <a:spcBef>
                <a:spcPts val="0"/>
              </a:spcBef>
              <a:buSzPct val="100000"/>
              <a:defRPr sz="5600"/>
            </a:lvl8pPr>
            <a:lvl9pPr lvl="8" algn="ctr">
              <a:spcBef>
                <a:spcPts val="0"/>
              </a:spcBef>
              <a:buSzPct val="100000"/>
              <a:defRPr sz="56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40">
            <a:extLst>
              <a:ext uri="{FF2B5EF4-FFF2-40B4-BE49-F238E27FC236}">
                <a16:creationId xmlns:a16="http://schemas.microsoft.com/office/drawing/2014/main" id="{D215AF08-6EA9-40F5-98A5-869B64F57E7C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9CD5F981-6348-41A7-AEC5-9922370276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734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15600" y="5640766"/>
            <a:ext cx="7998300" cy="806700"/>
          </a:xfrm>
          <a:prstGeom prst="rect">
            <a:avLst/>
          </a:prstGeom>
        </p:spPr>
        <p:txBody>
          <a:bodyPr anchor="ctr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3" name="Shape 43">
            <a:extLst>
              <a:ext uri="{FF2B5EF4-FFF2-40B4-BE49-F238E27FC236}">
                <a16:creationId xmlns:a16="http://schemas.microsoft.com/office/drawing/2014/main" id="{9A96B378-E4AD-4344-8458-1D139DA97672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584470A2-4BFC-4015-84C3-4A53DFC28B9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0713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16000"/>
            </a:lvl1pPr>
            <a:lvl2pPr lvl="1" algn="ctr">
              <a:spcBef>
                <a:spcPts val="0"/>
              </a:spcBef>
              <a:buSzPct val="100000"/>
              <a:defRPr sz="16000"/>
            </a:lvl2pPr>
            <a:lvl3pPr lvl="2" algn="ctr">
              <a:spcBef>
                <a:spcPts val="0"/>
              </a:spcBef>
              <a:buSzPct val="100000"/>
              <a:defRPr sz="16000"/>
            </a:lvl3pPr>
            <a:lvl4pPr lvl="3" algn="ctr">
              <a:spcBef>
                <a:spcPts val="0"/>
              </a:spcBef>
              <a:buSzPct val="100000"/>
              <a:defRPr sz="16000"/>
            </a:lvl4pPr>
            <a:lvl5pPr lvl="4" algn="ctr">
              <a:spcBef>
                <a:spcPts val="0"/>
              </a:spcBef>
              <a:buSzPct val="100000"/>
              <a:defRPr sz="16000"/>
            </a:lvl5pPr>
            <a:lvl6pPr lvl="5" algn="ctr">
              <a:spcBef>
                <a:spcPts val="0"/>
              </a:spcBef>
              <a:buSzPct val="100000"/>
              <a:defRPr sz="16000"/>
            </a:lvl6pPr>
            <a:lvl7pPr lvl="6" algn="ctr">
              <a:spcBef>
                <a:spcPts val="0"/>
              </a:spcBef>
              <a:buSzPct val="100000"/>
              <a:defRPr sz="16000"/>
            </a:lvl7pPr>
            <a:lvl8pPr lvl="7" algn="ctr">
              <a:spcBef>
                <a:spcPts val="0"/>
              </a:spcBef>
              <a:buSzPct val="100000"/>
              <a:defRPr sz="16000"/>
            </a:lvl8pPr>
            <a:lvl9pPr lvl="8" algn="ctr">
              <a:spcBef>
                <a:spcPts val="0"/>
              </a:spcBef>
              <a:buSzPct val="100000"/>
              <a:defRPr sz="16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300"/>
          </a:xfrm>
          <a:prstGeom prst="rect">
            <a:avLst/>
          </a:prstGeom>
        </p:spPr>
        <p:txBody>
          <a:bodyPr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7">
            <a:extLst>
              <a:ext uri="{FF2B5EF4-FFF2-40B4-BE49-F238E27FC236}">
                <a16:creationId xmlns:a16="http://schemas.microsoft.com/office/drawing/2014/main" id="{EEDF816D-0863-437D-8A7E-0520077A582E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D90C0F10-6187-4DBC-8137-DE3819417A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277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4">
            <a:extLst>
              <a:ext uri="{FF2B5EF4-FFF2-40B4-BE49-F238E27FC236}">
                <a16:creationId xmlns:a16="http://schemas.microsoft.com/office/drawing/2014/main" id="{34C8323B-6946-4ED1-8BA6-DA170F5B713C}"/>
              </a:ext>
            </a:extLst>
          </p:cNvPr>
          <p:cNvSpPr txBox="1">
            <a:spLocks noGrp="1" noChangeArrowheads="1"/>
          </p:cNvSpPr>
          <p:nvPr>
            <p:ph type="ftr" idx="10"/>
          </p:nvPr>
        </p:nvSpPr>
        <p:spPr bwMode="auto">
          <a:xfrm>
            <a:off x="274638" y="6343650"/>
            <a:ext cx="6327775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Rockwell" panose="02060603020205020403" pitchFamily="18" charset="77"/>
              </a:defRPr>
            </a:lvl1pPr>
          </a:lstStyle>
          <a:p>
            <a:pPr>
              <a:defRPr/>
            </a:pPr>
            <a:r>
              <a:rPr lang="en-US" altLang="en-US"/>
              <a:t>Pearson  (c) 2018      Gold Experience 2nd Edition C1 / B2+ / B2</a:t>
            </a:r>
          </a:p>
        </p:txBody>
      </p:sp>
    </p:spTree>
    <p:extLst>
      <p:ext uri="{BB962C8B-B14F-4D97-AF65-F5344CB8AC3E}">
        <p14:creationId xmlns:p14="http://schemas.microsoft.com/office/powerpoint/2010/main" val="1442238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="ctr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" name="Shape 15">
            <a:extLst>
              <a:ext uri="{FF2B5EF4-FFF2-40B4-BE49-F238E27FC236}">
                <a16:creationId xmlns:a16="http://schemas.microsoft.com/office/drawing/2014/main" id="{CA24119D-F275-4F8A-A853-577E95AE2141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073C7D80-A4CF-4168-BA3E-267AF56BB4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5806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6">
            <a:extLst>
              <a:ext uri="{FF2B5EF4-FFF2-40B4-BE49-F238E27FC236}">
                <a16:creationId xmlns:a16="http://schemas.microsoft.com/office/drawing/2014/main" id="{AE6A5273-1539-4926-B38E-3C3B3A1D5D9C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15925" y="593725"/>
            <a:ext cx="11360150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Shape 7">
            <a:extLst>
              <a:ext uri="{FF2B5EF4-FFF2-40B4-BE49-F238E27FC236}">
                <a16:creationId xmlns:a16="http://schemas.microsoft.com/office/drawing/2014/main" id="{E9D83506-AC34-4FA6-BC25-15004249CAA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15925" y="1536700"/>
            <a:ext cx="11360150" cy="455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Shape 8">
            <a:extLst>
              <a:ext uri="{FF2B5EF4-FFF2-40B4-BE49-F238E27FC236}">
                <a16:creationId xmlns:a16="http://schemas.microsoft.com/office/drawing/2014/main" id="{999EAA1A-0159-4B1D-838B-9C353431CFB1}"/>
              </a:ext>
            </a:extLst>
          </p:cNvPr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11296650" y="6218238"/>
            <a:ext cx="731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solidFill>
                  <a:srgbClr val="595959"/>
                </a:solidFill>
              </a:defRPr>
            </a:lvl1pPr>
          </a:lstStyle>
          <a:p>
            <a:fld id="{6D6BE015-4E45-456B-ADA9-31A8B99D153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az 2">
            <a:extLst>
              <a:ext uri="{FF2B5EF4-FFF2-40B4-BE49-F238E27FC236}">
                <a16:creationId xmlns:a16="http://schemas.microsoft.com/office/drawing/2014/main" id="{A6E7CEF0-5FC8-5048-B4BC-1058EAE9E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hape 58"/>
          <p:cNvSpPr txBox="1">
            <a:spLocks/>
          </p:cNvSpPr>
          <p:nvPr/>
        </p:nvSpPr>
        <p:spPr>
          <a:xfrm>
            <a:off x="2532539" y="4720761"/>
            <a:ext cx="9972111" cy="91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sz="6600" b="1" dirty="0">
                <a:solidFill>
                  <a:schemeClr val="bg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Past Perfect</a:t>
            </a:r>
          </a:p>
        </p:txBody>
      </p:sp>
      <p:sp>
        <p:nvSpPr>
          <p:cNvPr id="8" name="Shape 58"/>
          <p:cNvSpPr txBox="1">
            <a:spLocks/>
          </p:cNvSpPr>
          <p:nvPr/>
        </p:nvSpPr>
        <p:spPr>
          <a:xfrm>
            <a:off x="1127014" y="4565594"/>
            <a:ext cx="2203725" cy="1242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sz="6600" dirty="0">
                <a:solidFill>
                  <a:schemeClr val="bg1"/>
                </a:solidFill>
                <a:latin typeface="Open Sans Light" charset="0"/>
                <a:ea typeface="Open Sans Light" charset="0"/>
                <a:cs typeface="Open Sans Light" charset="0"/>
                <a:sym typeface="Open Sans"/>
              </a:rPr>
              <a:t>2.2</a:t>
            </a:r>
            <a:r>
              <a:rPr lang="pl-PL" sz="8000" dirty="0">
                <a:solidFill>
                  <a:schemeClr val="bg1"/>
                </a:solidFill>
                <a:latin typeface="Open Sans Light" charset="0"/>
                <a:ea typeface="Open Sans Light" charset="0"/>
                <a:cs typeface="Open Sans Light" charset="0"/>
                <a:sym typeface="Open San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3538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BFCB">
            <a:alpha val="29411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81">
            <a:extLst>
              <a:ext uri="{FF2B5EF4-FFF2-40B4-BE49-F238E27FC236}">
                <a16:creationId xmlns:a16="http://schemas.microsoft.com/office/drawing/2014/main" id="{FA24D145-F3EA-4049-BC0D-F7B94E878E64}"/>
              </a:ext>
            </a:extLst>
          </p:cNvPr>
          <p:cNvSpPr txBox="1">
            <a:spLocks/>
          </p:cNvSpPr>
          <p:nvPr/>
        </p:nvSpPr>
        <p:spPr>
          <a:xfrm>
            <a:off x="211138" y="233363"/>
            <a:ext cx="11636375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When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do we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use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the Past Perfect?</a:t>
            </a:r>
          </a:p>
        </p:txBody>
      </p:sp>
      <p:sp>
        <p:nvSpPr>
          <p:cNvPr id="16" name="Rounded Rectangular Callout 41">
            <a:extLst>
              <a:ext uri="{FF2B5EF4-FFF2-40B4-BE49-F238E27FC236}">
                <a16:creationId xmlns:a16="http://schemas.microsoft.com/office/drawing/2014/main" id="{21A88365-DC83-4763-9636-A846489C5A43}"/>
              </a:ext>
            </a:extLst>
          </p:cNvPr>
          <p:cNvSpPr/>
          <p:nvPr/>
        </p:nvSpPr>
        <p:spPr>
          <a:xfrm>
            <a:off x="3233738" y="2957513"/>
            <a:ext cx="7181850" cy="884237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town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threw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away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much less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rubbish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after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the recycling program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had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introduced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0" name="Rounded Rectangular Callout 41">
            <a:extLst>
              <a:ext uri="{FF2B5EF4-FFF2-40B4-BE49-F238E27FC236}">
                <a16:creationId xmlns:a16="http://schemas.microsoft.com/office/drawing/2014/main" id="{76962DD9-97E8-4C8A-8088-B88238526DD4}"/>
              </a:ext>
            </a:extLst>
          </p:cNvPr>
          <p:cNvSpPr/>
          <p:nvPr/>
        </p:nvSpPr>
        <p:spPr>
          <a:xfrm>
            <a:off x="3233738" y="4035425"/>
            <a:ext cx="7181850" cy="833438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By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time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she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’d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finished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book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she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’d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decided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 start a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campaign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against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pollution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6" name="Rounded Rectangular Callout 41">
            <a:extLst>
              <a:ext uri="{FF2B5EF4-FFF2-40B4-BE49-F238E27FC236}">
                <a16:creationId xmlns:a16="http://schemas.microsoft.com/office/drawing/2014/main" id="{68046D71-8D66-482A-AE4D-2BF5ED76B784}"/>
              </a:ext>
            </a:extLst>
          </p:cNvPr>
          <p:cNvSpPr/>
          <p:nvPr/>
        </p:nvSpPr>
        <p:spPr>
          <a:xfrm>
            <a:off x="3233738" y="5083175"/>
            <a:ext cx="7181850" cy="842963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hadn’t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known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much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elephants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before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talked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the zoo-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keeper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5" name="Rounded Rectangular Callout 41">
            <a:extLst>
              <a:ext uri="{FF2B5EF4-FFF2-40B4-BE49-F238E27FC236}">
                <a16:creationId xmlns:a16="http://schemas.microsoft.com/office/drawing/2014/main" id="{91E510F3-1D68-4EAD-A3FE-0DEC53D2ADF6}"/>
              </a:ext>
            </a:extLst>
          </p:cNvPr>
          <p:cNvSpPr/>
          <p:nvPr/>
        </p:nvSpPr>
        <p:spPr>
          <a:xfrm>
            <a:off x="2106613" y="1579563"/>
            <a:ext cx="9594850" cy="1001712"/>
          </a:xfrm>
          <a:prstGeom prst="wedgeRoundRectCallout">
            <a:avLst>
              <a:gd name="adj1" fmla="val -54576"/>
              <a:gd name="adj2" fmla="val -28886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We use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 Past Perfect to talk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action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that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happened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before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particular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time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the past.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3319" name="Footer Placeholder 1">
            <a:extLst>
              <a:ext uri="{FF2B5EF4-FFF2-40B4-BE49-F238E27FC236}">
                <a16:creationId xmlns:a16="http://schemas.microsoft.com/office/drawing/2014/main" id="{3DA96E59-334B-4D76-8347-A8B441BDE29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/>
              <a:cs typeface="Open Sans" pitchFamily="34" charset="0"/>
              <a:sym typeface="Open Sans" pitchFamily="34" charset="0"/>
            </a:endParaRPr>
          </a:p>
        </p:txBody>
      </p:sp>
      <p:pic>
        <p:nvPicPr>
          <p:cNvPr id="13320" name="Obraz 10">
            <a:extLst>
              <a:ext uri="{FF2B5EF4-FFF2-40B4-BE49-F238E27FC236}">
                <a16:creationId xmlns:a16="http://schemas.microsoft.com/office/drawing/2014/main" id="{FD48E348-F0E6-499F-B4AE-22E51725D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63" y="1395413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ular Callout 41">
            <a:extLst>
              <a:ext uri="{FF2B5EF4-FFF2-40B4-BE49-F238E27FC236}">
                <a16:creationId xmlns:a16="http://schemas.microsoft.com/office/drawing/2014/main" id="{A20D405E-A1FD-47DF-ABBE-82882CD1E0D5}"/>
              </a:ext>
            </a:extLst>
          </p:cNvPr>
          <p:cNvSpPr/>
          <p:nvPr/>
        </p:nvSpPr>
        <p:spPr>
          <a:xfrm>
            <a:off x="2203450" y="5127625"/>
            <a:ext cx="7727950" cy="877888"/>
          </a:xfrm>
          <a:prstGeom prst="wedgeRoundRectCallout">
            <a:avLst>
              <a:gd name="adj1" fmla="val -56550"/>
              <a:gd name="adj2" fmla="val -18697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five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examples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of the Past Perfect.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Look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!</a:t>
            </a:r>
            <a:endParaRPr lang="en-US" i="1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42" name="Rounded Rectangular Callout 41">
            <a:extLst>
              <a:ext uri="{FF2B5EF4-FFF2-40B4-BE49-F238E27FC236}">
                <a16:creationId xmlns:a16="http://schemas.microsoft.com/office/drawing/2014/main" id="{2077CCD1-CD80-40D3-B4BD-916D3AEB5213}"/>
              </a:ext>
            </a:extLst>
          </p:cNvPr>
          <p:cNvSpPr/>
          <p:nvPr/>
        </p:nvSpPr>
        <p:spPr>
          <a:xfrm>
            <a:off x="2260600" y="350838"/>
            <a:ext cx="7727950" cy="1209675"/>
          </a:xfrm>
          <a:prstGeom prst="wedgeRoundRectCallout">
            <a:avLst>
              <a:gd name="adj1" fmla="val -57150"/>
              <a:gd name="adj2" fmla="val -25791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Read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text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How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many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examples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can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you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find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of the Past Perfect? 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94068C04-AADD-409B-B2FF-356098775CE1}"/>
              </a:ext>
            </a:extLst>
          </p:cNvPr>
          <p:cNvSpPr/>
          <p:nvPr/>
        </p:nvSpPr>
        <p:spPr>
          <a:xfrm>
            <a:off x="2178050" y="1981200"/>
            <a:ext cx="7727950" cy="2640014"/>
          </a:xfrm>
          <a:prstGeom prst="wedgeRoundRectCallout">
            <a:avLst>
              <a:gd name="adj1" fmla="val 59146"/>
              <a:gd name="adj2" fmla="val -17052"/>
              <a:gd name="adj3" fmla="val 16667"/>
            </a:avLst>
          </a:prstGeom>
          <a:solidFill>
            <a:srgbClr val="FAF8F0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By the time I was five, I had learned to walk and</a:t>
            </a:r>
          </a:p>
          <a:p>
            <a:pPr>
              <a:defRPr/>
            </a:pP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talk. I hadn’t learned to ride a bike – I learned that</a:t>
            </a:r>
          </a:p>
          <a:p>
            <a:pPr>
              <a:defRPr/>
            </a:pP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when I was about seven. But I’d just started to read, and I always had my nose in a book! I’d never flown in a plane at that age, but I’d been to other countries by train. I always loved train journeys. </a:t>
            </a:r>
            <a:endParaRPr lang="en-GB" dirty="0"/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97440DF3-DFFB-485B-9D29-8193A1FB3F87}"/>
              </a:ext>
            </a:extLst>
          </p:cNvPr>
          <p:cNvCxnSpPr>
            <a:cxnSpLocks/>
          </p:cNvCxnSpPr>
          <p:nvPr/>
        </p:nvCxnSpPr>
        <p:spPr>
          <a:xfrm flipH="1">
            <a:off x="5574532" y="2543175"/>
            <a:ext cx="158588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66" name="Footer Placeholder 1">
            <a:extLst>
              <a:ext uri="{FF2B5EF4-FFF2-40B4-BE49-F238E27FC236}">
                <a16:creationId xmlns:a16="http://schemas.microsoft.com/office/drawing/2014/main" id="{83DC378C-85E3-4C30-B47B-EBDB11A418E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/>
              <a:cs typeface="Open Sans" pitchFamily="34" charset="0"/>
              <a:sym typeface="Open Sans" pitchFamily="34" charset="0"/>
            </a:endParaRPr>
          </a:p>
        </p:txBody>
      </p:sp>
      <p:pic>
        <p:nvPicPr>
          <p:cNvPr id="15367" name="Obraz 10">
            <a:extLst>
              <a:ext uri="{FF2B5EF4-FFF2-40B4-BE49-F238E27FC236}">
                <a16:creationId xmlns:a16="http://schemas.microsoft.com/office/drawing/2014/main" id="{2D895D3D-F58B-4475-83EC-657DADF78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350838"/>
            <a:ext cx="12303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9E7A627D-22F0-4B36-BB48-92F6BD01D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4962525"/>
            <a:ext cx="12303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Obraz 7">
            <a:extLst>
              <a:ext uri="{FF2B5EF4-FFF2-40B4-BE49-F238E27FC236}">
                <a16:creationId xmlns:a16="http://schemas.microsoft.com/office/drawing/2014/main" id="{24E5B44D-9BD2-4360-B1FD-046FC36466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2082800"/>
            <a:ext cx="12319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Łącznik prosty 15">
            <a:extLst>
              <a:ext uri="{FF2B5EF4-FFF2-40B4-BE49-F238E27FC236}">
                <a16:creationId xmlns:a16="http://schemas.microsoft.com/office/drawing/2014/main" id="{9AE38233-EB7A-410B-9B4E-66D66772F9A2}"/>
              </a:ext>
            </a:extLst>
          </p:cNvPr>
          <p:cNvCxnSpPr>
            <a:cxnSpLocks/>
          </p:cNvCxnSpPr>
          <p:nvPr/>
        </p:nvCxnSpPr>
        <p:spPr>
          <a:xfrm flipH="1">
            <a:off x="3240882" y="2922588"/>
            <a:ext cx="191928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15">
            <a:extLst>
              <a:ext uri="{FF2B5EF4-FFF2-40B4-BE49-F238E27FC236}">
                <a16:creationId xmlns:a16="http://schemas.microsoft.com/office/drawing/2014/main" id="{8EC6BCEF-5E0A-4958-B709-9A475D121DB8}"/>
              </a:ext>
            </a:extLst>
          </p:cNvPr>
          <p:cNvCxnSpPr>
            <a:cxnSpLocks/>
          </p:cNvCxnSpPr>
          <p:nvPr/>
        </p:nvCxnSpPr>
        <p:spPr>
          <a:xfrm flipH="1">
            <a:off x="6401593" y="3281363"/>
            <a:ext cx="178752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5">
            <a:extLst>
              <a:ext uri="{FF2B5EF4-FFF2-40B4-BE49-F238E27FC236}">
                <a16:creationId xmlns:a16="http://schemas.microsoft.com/office/drawing/2014/main" id="{32D6C85D-CD8E-489A-B97E-B1DA0B17D948}"/>
              </a:ext>
            </a:extLst>
          </p:cNvPr>
          <p:cNvCxnSpPr>
            <a:cxnSpLocks/>
          </p:cNvCxnSpPr>
          <p:nvPr/>
        </p:nvCxnSpPr>
        <p:spPr>
          <a:xfrm flipH="1">
            <a:off x="7468393" y="3637756"/>
            <a:ext cx="1854201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15">
            <a:extLst>
              <a:ext uri="{FF2B5EF4-FFF2-40B4-BE49-F238E27FC236}">
                <a16:creationId xmlns:a16="http://schemas.microsoft.com/office/drawing/2014/main" id="{893F85A6-0B51-4D46-9A1A-48B6FA2A2E8E}"/>
              </a:ext>
            </a:extLst>
          </p:cNvPr>
          <p:cNvCxnSpPr>
            <a:cxnSpLocks/>
          </p:cNvCxnSpPr>
          <p:nvPr/>
        </p:nvCxnSpPr>
        <p:spPr>
          <a:xfrm flipH="1">
            <a:off x="5702300" y="4005262"/>
            <a:ext cx="1305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aokrąglony prostokąt 2">
            <a:extLst>
              <a:ext uri="{FF2B5EF4-FFF2-40B4-BE49-F238E27FC236}">
                <a16:creationId xmlns:a16="http://schemas.microsoft.com/office/drawing/2014/main" id="{9C701BDB-5187-4332-AE45-709DD75CFE56}"/>
              </a:ext>
            </a:extLst>
          </p:cNvPr>
          <p:cNvSpPr/>
          <p:nvPr/>
        </p:nvSpPr>
        <p:spPr>
          <a:xfrm>
            <a:off x="2009775" y="2860675"/>
            <a:ext cx="8131969" cy="1144588"/>
          </a:xfrm>
          <a:prstGeom prst="roundRect">
            <a:avLst>
              <a:gd name="adj" fmla="val 48272"/>
            </a:avLst>
          </a:prstGeom>
          <a:solidFill>
            <a:srgbClr val="EAF6FE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l-PL" kern="0">
              <a:sym typeface="Arial"/>
            </a:endParaRPr>
          </a:p>
        </p:txBody>
      </p:sp>
      <p:sp>
        <p:nvSpPr>
          <p:cNvPr id="35" name="Shape 81">
            <a:extLst>
              <a:ext uri="{FF2B5EF4-FFF2-40B4-BE49-F238E27FC236}">
                <a16:creationId xmlns:a16="http://schemas.microsoft.com/office/drawing/2014/main" id="{78C7F873-8A72-4F8A-B975-8910B7E3964F}"/>
              </a:ext>
            </a:extLst>
          </p:cNvPr>
          <p:cNvSpPr txBox="1">
            <a:spLocks/>
          </p:cNvSpPr>
          <p:nvPr/>
        </p:nvSpPr>
        <p:spPr>
          <a:xfrm>
            <a:off x="160338" y="233363"/>
            <a:ext cx="11855450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lnSpc>
                <a:spcPct val="90000"/>
              </a:lnSpc>
              <a:buSzPct val="25000"/>
              <a:buFont typeface="Rokkitt"/>
              <a:buNone/>
              <a:defRPr/>
            </a:pP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How do we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the Past Perfect?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F1ADFE3-AC36-478C-BCD2-ACFD3E60B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079602"/>
              </p:ext>
            </p:extLst>
          </p:nvPr>
        </p:nvGraphicFramePr>
        <p:xfrm>
          <a:off x="2009775" y="1590675"/>
          <a:ext cx="8131175" cy="1833564"/>
        </p:xfrm>
        <a:graphic>
          <a:graphicData uri="http://schemas.openxmlformats.org/drawingml/2006/table">
            <a:tbl>
              <a:tblPr firstRow="1" bandRow="1">
                <a:tableStyleId>{C3A2CA1F-3267-4498-8071-7EE1E42671EB}</a:tableStyleId>
              </a:tblPr>
              <a:tblGrid>
                <a:gridCol w="1387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0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7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5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728">
                <a:tc>
                  <a:txBody>
                    <a:bodyPr/>
                    <a:lstStyle/>
                    <a:p>
                      <a:pPr lvl="3"/>
                      <a:endParaRPr lang="en-GB" sz="1600" dirty="0">
                        <a:solidFill>
                          <a:srgbClr val="EBF7FF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30" marB="457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GB" sz="1600" dirty="0">
                        <a:solidFill>
                          <a:srgbClr val="EBF7FF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30" marB="4573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rgbClr val="EBF7FF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30" marB="4573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046">
                <a:tc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b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Affirmative</a:t>
                      </a:r>
                      <a:endParaRPr lang="pl-PL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30" marB="4573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396">
                <a:tc>
                  <a:txBody>
                    <a:bodyPr/>
                    <a:lstStyle/>
                    <a:p>
                      <a:pPr lvl="3"/>
                      <a:r>
                        <a:rPr lang="pl-PL" sz="1600" b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Negative</a:t>
                      </a:r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30" marB="4573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437">
                <a:tc rowSpan="2">
                  <a:txBody>
                    <a:bodyPr/>
                    <a:lstStyle/>
                    <a:p>
                      <a:pPr lvl="3"/>
                      <a:r>
                        <a:rPr lang="pl-PL" sz="1600" b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Questions</a:t>
                      </a:r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30" marB="4573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957">
                <a:tc vMerge="1"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30" marB="45730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" name="Rectangle 4">
            <a:extLst>
              <a:ext uri="{FF2B5EF4-FFF2-40B4-BE49-F238E27FC236}">
                <a16:creationId xmlns:a16="http://schemas.microsoft.com/office/drawing/2014/main" id="{44D1B72B-F817-4509-A6C1-6F9A8A7D89A7}"/>
              </a:ext>
            </a:extLst>
          </p:cNvPr>
          <p:cNvSpPr/>
          <p:nvPr/>
        </p:nvSpPr>
        <p:spPr>
          <a:xfrm>
            <a:off x="3390265" y="2727325"/>
            <a:ext cx="674688" cy="3397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Had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17435" name="Rectangle 41">
            <a:extLst>
              <a:ext uri="{FF2B5EF4-FFF2-40B4-BE49-F238E27FC236}">
                <a16:creationId xmlns:a16="http://schemas.microsoft.com/office/drawing/2014/main" id="{5B8C16E4-31BE-4D85-ABCE-83AFB797D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265" y="2351191"/>
            <a:ext cx="29702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You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/He/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She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/It/We/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They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17436" name="Rectangle 4">
            <a:extLst>
              <a:ext uri="{FF2B5EF4-FFF2-40B4-BE49-F238E27FC236}">
                <a16:creationId xmlns:a16="http://schemas.microsoft.com/office/drawing/2014/main" id="{B7CBC2BB-3276-40CB-AF33-8A6679368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265" y="1968500"/>
            <a:ext cx="29702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You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/He/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She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/It/We/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They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37DDD2D2-C618-4DA8-BC36-F5C893282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501" y="1968500"/>
            <a:ext cx="3467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had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done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homework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30" name="Pięciokąt 29">
            <a:extLst>
              <a:ext uri="{FF2B5EF4-FFF2-40B4-BE49-F238E27FC236}">
                <a16:creationId xmlns:a16="http://schemas.microsoft.com/office/drawing/2014/main" id="{EAEC153A-D4C5-48D4-8FDA-6C0CCFAA1C40}"/>
              </a:ext>
            </a:extLst>
          </p:cNvPr>
          <p:cNvSpPr/>
          <p:nvPr/>
        </p:nvSpPr>
        <p:spPr>
          <a:xfrm>
            <a:off x="2021680" y="1600199"/>
            <a:ext cx="1916113" cy="338138"/>
          </a:xfrm>
          <a:prstGeom prst="homePlate">
            <a:avLst/>
          </a:prstGeom>
          <a:solidFill>
            <a:srgbClr val="009EE3"/>
          </a:solidFill>
          <a:ln>
            <a:solidFill>
              <a:srgbClr val="009E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kern="0" dirty="0">
                <a:latin typeface="Open Sans" charset="0"/>
                <a:ea typeface="Open Sans" charset="0"/>
                <a:cs typeface="Open Sans" charset="0"/>
                <a:sym typeface="Arial"/>
              </a:rPr>
              <a:t>Past Perfect</a:t>
            </a:r>
            <a:endParaRPr lang="en-GB" sz="1600" b="1" kern="0" dirty="0"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17439" name="Footer Placeholder 1">
            <a:extLst>
              <a:ext uri="{FF2B5EF4-FFF2-40B4-BE49-F238E27FC236}">
                <a16:creationId xmlns:a16="http://schemas.microsoft.com/office/drawing/2014/main" id="{5617823E-4C76-4240-A75E-2338C8C3F03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/>
              <a:cs typeface="Open Sans" pitchFamily="34" charset="0"/>
              <a:sym typeface="Open Sans" pitchFamily="34" charset="0"/>
            </a:endParaRPr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D3DB6236-2F40-4B9C-B086-77112CDF5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501" y="2351191"/>
            <a:ext cx="3467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hadn’t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seen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 news.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17441" name="Rectangle 41">
            <a:extLst>
              <a:ext uri="{FF2B5EF4-FFF2-40B4-BE49-F238E27FC236}">
                <a16:creationId xmlns:a16="http://schemas.microsoft.com/office/drawing/2014/main" id="{0E5E1CEB-618A-458E-898F-0EA30F55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659" y="2727325"/>
            <a:ext cx="25034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you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/he/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she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/we/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they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33" name="Rectangle 5">
            <a:extLst>
              <a:ext uri="{FF2B5EF4-FFF2-40B4-BE49-F238E27FC236}">
                <a16:creationId xmlns:a16="http://schemas.microsoft.com/office/drawing/2014/main" id="{9BC0E080-9D49-483B-B4CC-0A4FC0D3A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501" y="2727325"/>
            <a:ext cx="3467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bought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present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?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34" name="Rectangle 5">
            <a:extLst>
              <a:ext uri="{FF2B5EF4-FFF2-40B4-BE49-F238E27FC236}">
                <a16:creationId xmlns:a16="http://schemas.microsoft.com/office/drawing/2014/main" id="{70F3ECBA-D6FD-40CA-8A93-8EA8D28AF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265" y="3106738"/>
            <a:ext cx="34210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Yes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, I/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you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/he/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she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/we/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they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had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884D5431-D889-4834-B88D-E46FE1EFE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4501" y="3105150"/>
            <a:ext cx="37909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No, I/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you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/he/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she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/we/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they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hadn’t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4" grpId="0"/>
      <p:bldP spid="31" grpId="0"/>
      <p:bldP spid="33" grpId="0"/>
      <p:bldP spid="34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81">
            <a:extLst>
              <a:ext uri="{FF2B5EF4-FFF2-40B4-BE49-F238E27FC236}">
                <a16:creationId xmlns:a16="http://schemas.microsoft.com/office/drawing/2014/main" id="{93B376FE-EF2F-4059-8534-C0932EE287F5}"/>
              </a:ext>
            </a:extLst>
          </p:cNvPr>
          <p:cNvSpPr txBox="1">
            <a:spLocks/>
          </p:cNvSpPr>
          <p:nvPr/>
        </p:nvSpPr>
        <p:spPr>
          <a:xfrm>
            <a:off x="160338" y="233363"/>
            <a:ext cx="11855450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lnSpc>
                <a:spcPct val="90000"/>
              </a:lnSpc>
              <a:buSzPct val="25000"/>
              <a:buFont typeface="Rokkitt"/>
              <a:buNone/>
              <a:defRPr/>
            </a:pP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How do we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the Past Perfect?</a:t>
            </a:r>
          </a:p>
        </p:txBody>
      </p:sp>
      <p:sp>
        <p:nvSpPr>
          <p:cNvPr id="19459" name="Footer Placeholder 1">
            <a:extLst>
              <a:ext uri="{FF2B5EF4-FFF2-40B4-BE49-F238E27FC236}">
                <a16:creationId xmlns:a16="http://schemas.microsoft.com/office/drawing/2014/main" id="{40412625-D26F-41F2-8C90-AABAE88FD4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/>
              <a:cs typeface="Open Sans" pitchFamily="34" charset="0"/>
              <a:sym typeface="Open Sans" pitchFamily="34" charset="0"/>
            </a:endParaRPr>
          </a:p>
        </p:txBody>
      </p:sp>
      <p:sp>
        <p:nvSpPr>
          <p:cNvPr id="37" name="Cloud 36">
            <a:extLst>
              <a:ext uri="{FF2B5EF4-FFF2-40B4-BE49-F238E27FC236}">
                <a16:creationId xmlns:a16="http://schemas.microsoft.com/office/drawing/2014/main" id="{C494930F-B036-415B-8847-9CA73CA4288B}"/>
              </a:ext>
            </a:extLst>
          </p:cNvPr>
          <p:cNvSpPr/>
          <p:nvPr/>
        </p:nvSpPr>
        <p:spPr>
          <a:xfrm>
            <a:off x="160338" y="1735140"/>
            <a:ext cx="2978150" cy="2562540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0BCB4D-A6EC-42C8-ABA9-407531C9B847}"/>
              </a:ext>
            </a:extLst>
          </p:cNvPr>
          <p:cNvSpPr txBox="1"/>
          <p:nvPr/>
        </p:nvSpPr>
        <p:spPr>
          <a:xfrm>
            <a:off x="528797" y="2076455"/>
            <a:ext cx="238204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use the Past Perfect to talk about an action that happened before a particular time in the past. For this reason, we often use it with the Past Simple.</a:t>
            </a:r>
          </a:p>
        </p:txBody>
      </p:sp>
      <p:sp>
        <p:nvSpPr>
          <p:cNvPr id="42" name="Zaokrąglony prostokąt 2">
            <a:extLst>
              <a:ext uri="{FF2B5EF4-FFF2-40B4-BE49-F238E27FC236}">
                <a16:creationId xmlns:a16="http://schemas.microsoft.com/office/drawing/2014/main" id="{FCCCD00F-86DA-4BDB-B4D6-2C5278120129}"/>
              </a:ext>
            </a:extLst>
          </p:cNvPr>
          <p:cNvSpPr/>
          <p:nvPr/>
        </p:nvSpPr>
        <p:spPr>
          <a:xfrm>
            <a:off x="3299619" y="3430589"/>
            <a:ext cx="8220869" cy="1144588"/>
          </a:xfrm>
          <a:prstGeom prst="roundRect">
            <a:avLst>
              <a:gd name="adj" fmla="val 48272"/>
            </a:avLst>
          </a:prstGeom>
          <a:solidFill>
            <a:srgbClr val="EAF6FE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l-PL" kern="0">
              <a:sym typeface="Arial"/>
            </a:endParaRP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BD67F80-1FB1-4C4C-838A-E14866BE7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5525492"/>
              </p:ext>
            </p:extLst>
          </p:nvPr>
        </p:nvGraphicFramePr>
        <p:xfrm>
          <a:off x="3297238" y="1448216"/>
          <a:ext cx="8223250" cy="2514601"/>
        </p:xfrm>
        <a:graphic>
          <a:graphicData uri="http://schemas.openxmlformats.org/drawingml/2006/table">
            <a:tbl>
              <a:tblPr firstRow="1" bandRow="1">
                <a:tableStyleId>{C3A2CA1F-3267-4498-8071-7EE1E42671EB}</a:tableStyleId>
              </a:tblPr>
              <a:tblGrid>
                <a:gridCol w="822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598"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rgbClr val="EBF7FF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7" marR="91447" marT="45714" marB="45714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47" marR="91447" marT="45714" marB="45714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47" marR="91447" marT="45714" marB="45714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3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47" marR="91447" marT="45714" marB="45714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47" marR="91447" marT="45714" marB="45714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47" marR="91447" marT="45714" marB="45714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47" marR="91447" marT="45714" marB="45714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6" name="Rectangle 4">
            <a:extLst>
              <a:ext uri="{FF2B5EF4-FFF2-40B4-BE49-F238E27FC236}">
                <a16:creationId xmlns:a16="http://schemas.microsoft.com/office/drawing/2014/main" id="{82A0E168-B4EE-40A0-B239-89A5D30E7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348" y="1841040"/>
            <a:ext cx="49276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Maria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had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left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party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when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I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arrived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49" name="Pięciokąt 29">
            <a:extLst>
              <a:ext uri="{FF2B5EF4-FFF2-40B4-BE49-F238E27FC236}">
                <a16:creationId xmlns:a16="http://schemas.microsoft.com/office/drawing/2014/main" id="{E8355463-32CB-434D-9EE9-82C1DC0F92AB}"/>
              </a:ext>
            </a:extLst>
          </p:cNvPr>
          <p:cNvSpPr/>
          <p:nvPr/>
        </p:nvSpPr>
        <p:spPr>
          <a:xfrm>
            <a:off x="3309143" y="1460498"/>
            <a:ext cx="3340100" cy="360366"/>
          </a:xfrm>
          <a:prstGeom prst="homePlate">
            <a:avLst/>
          </a:prstGeom>
          <a:solidFill>
            <a:srgbClr val="009EE3"/>
          </a:solidFill>
          <a:ln>
            <a:solidFill>
              <a:srgbClr val="009E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kern="0" dirty="0">
                <a:latin typeface="Open Sans" charset="0"/>
                <a:ea typeface="Open Sans" charset="0"/>
                <a:cs typeface="Open Sans" charset="0"/>
                <a:sym typeface="Arial"/>
              </a:rPr>
              <a:t>Past Perfect and Past Simple</a:t>
            </a:r>
            <a:endParaRPr lang="en-GB" sz="1600" b="1" kern="0" dirty="0"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39" name="Cloud 38">
            <a:extLst>
              <a:ext uri="{FF2B5EF4-FFF2-40B4-BE49-F238E27FC236}">
                <a16:creationId xmlns:a16="http://schemas.microsoft.com/office/drawing/2014/main" id="{38E940CC-2493-41CC-8816-E9E85F890DEC}"/>
              </a:ext>
            </a:extLst>
          </p:cNvPr>
          <p:cNvSpPr/>
          <p:nvPr/>
        </p:nvSpPr>
        <p:spPr>
          <a:xfrm>
            <a:off x="2752725" y="4676775"/>
            <a:ext cx="5511800" cy="173672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D9410B-E040-4DDD-B67C-AF6943BCD4E0}"/>
              </a:ext>
            </a:extLst>
          </p:cNvPr>
          <p:cNvSpPr txBox="1"/>
          <p:nvPr/>
        </p:nvSpPr>
        <p:spPr>
          <a:xfrm>
            <a:off x="4609307" y="4864098"/>
            <a:ext cx="2179636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Look at this timeline.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721A3BF-D4CB-4DA4-A414-9B97E7612B4F}"/>
              </a:ext>
            </a:extLst>
          </p:cNvPr>
          <p:cNvSpPr txBox="1"/>
          <p:nvPr/>
        </p:nvSpPr>
        <p:spPr>
          <a:xfrm>
            <a:off x="3376613" y="5256213"/>
            <a:ext cx="4645025" cy="338554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>
              <a:defRPr/>
            </a:pP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8.30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p.m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.       9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p.m</a:t>
            </a:r>
            <a:r>
              <a:rPr lang="pl-PL" sz="1600" b="1" kern="0" dirty="0">
                <a:solidFill>
                  <a:srgbClr val="008ED1"/>
                </a:solidFill>
                <a:latin typeface="Arial"/>
                <a:ea typeface="Open Sans" charset="0"/>
                <a:cs typeface="Arial"/>
              </a:rPr>
              <a:t>.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       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9.30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p.m</a:t>
            </a:r>
            <a:r>
              <a:rPr lang="pl-PL" sz="1600" b="1" kern="0" dirty="0">
                <a:solidFill>
                  <a:srgbClr val="008ED1"/>
                </a:solidFill>
                <a:latin typeface="Arial"/>
                <a:ea typeface="Open Sans" panose="020B0606030504020204" pitchFamily="34" charset="0"/>
                <a:cs typeface="Arial"/>
              </a:rPr>
              <a:t>.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 panose="020B0606030504020204" pitchFamily="34" charset="0"/>
                <a:cs typeface="Open Sans" panose="020B0606030504020204" pitchFamily="34" charset="0"/>
              </a:rPr>
              <a:t>       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10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p.m</a:t>
            </a:r>
            <a:r>
              <a:rPr lang="pl-PL" sz="1600" b="1" kern="0" dirty="0">
                <a:solidFill>
                  <a:srgbClr val="008ED1"/>
                </a:solidFill>
                <a:latin typeface="Arial"/>
                <a:ea typeface="Open Sans" panose="020B0606030504020204" pitchFamily="34" charset="0"/>
                <a:cs typeface="Arial"/>
              </a:rPr>
              <a:t>.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Open Sans"/>
              <a:cs typeface="Arial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AFCA5E-41F3-4BB4-BFD8-3E17BDA71251}"/>
              </a:ext>
            </a:extLst>
          </p:cNvPr>
          <p:cNvCxnSpPr>
            <a:cxnSpLocks/>
          </p:cNvCxnSpPr>
          <p:nvPr/>
        </p:nvCxnSpPr>
        <p:spPr>
          <a:xfrm>
            <a:off x="5005388" y="5581650"/>
            <a:ext cx="0" cy="17780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6859196D-0D4C-4471-BF4C-8951BFD44F80}"/>
              </a:ext>
            </a:extLst>
          </p:cNvPr>
          <p:cNvCxnSpPr>
            <a:cxnSpLocks/>
          </p:cNvCxnSpPr>
          <p:nvPr/>
        </p:nvCxnSpPr>
        <p:spPr>
          <a:xfrm>
            <a:off x="3895725" y="5594350"/>
            <a:ext cx="0" cy="17621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D28C522-0D33-4DA4-B363-B115F16CA2BF}"/>
              </a:ext>
            </a:extLst>
          </p:cNvPr>
          <p:cNvCxnSpPr>
            <a:cxnSpLocks/>
          </p:cNvCxnSpPr>
          <p:nvPr/>
        </p:nvCxnSpPr>
        <p:spPr>
          <a:xfrm>
            <a:off x="7283450" y="5594350"/>
            <a:ext cx="0" cy="17621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6ECF4B1-906C-4285-8A8F-E94C591FB507}"/>
              </a:ext>
            </a:extLst>
          </p:cNvPr>
          <p:cNvCxnSpPr>
            <a:cxnSpLocks/>
          </p:cNvCxnSpPr>
          <p:nvPr/>
        </p:nvCxnSpPr>
        <p:spPr>
          <a:xfrm flipV="1">
            <a:off x="6108700" y="5594350"/>
            <a:ext cx="0" cy="176213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465C32E-1013-47DE-8016-A2CF8110081E}"/>
              </a:ext>
            </a:extLst>
          </p:cNvPr>
          <p:cNvSpPr txBox="1"/>
          <p:nvPr/>
        </p:nvSpPr>
        <p:spPr>
          <a:xfrm>
            <a:off x="4425950" y="5743575"/>
            <a:ext cx="1309688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Maria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left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19D38C-A363-4076-A5E4-CBE507803A15}"/>
              </a:ext>
            </a:extLst>
          </p:cNvPr>
          <p:cNvSpPr txBox="1"/>
          <p:nvPr/>
        </p:nvSpPr>
        <p:spPr>
          <a:xfrm>
            <a:off x="5705475" y="5732463"/>
            <a:ext cx="1308100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I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arrived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D1093F2-2151-43AE-AD5B-0A272D7D7884}"/>
              </a:ext>
            </a:extLst>
          </p:cNvPr>
          <p:cNvCxnSpPr>
            <a:cxnSpLocks/>
          </p:cNvCxnSpPr>
          <p:nvPr/>
        </p:nvCxnSpPr>
        <p:spPr>
          <a:xfrm>
            <a:off x="3219450" y="5570538"/>
            <a:ext cx="4646613" cy="1111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Cloud 61">
            <a:extLst>
              <a:ext uri="{FF2B5EF4-FFF2-40B4-BE49-F238E27FC236}">
                <a16:creationId xmlns:a16="http://schemas.microsoft.com/office/drawing/2014/main" id="{59008F8D-0860-41C7-BB2B-2CFC1ABBF948}"/>
              </a:ext>
            </a:extLst>
          </p:cNvPr>
          <p:cNvSpPr/>
          <p:nvPr/>
        </p:nvSpPr>
        <p:spPr>
          <a:xfrm>
            <a:off x="8712200" y="4651375"/>
            <a:ext cx="2867025" cy="173672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0075C2-6055-44D8-A8B3-92CDF6BC2D7A}"/>
              </a:ext>
            </a:extLst>
          </p:cNvPr>
          <p:cNvSpPr txBox="1"/>
          <p:nvPr/>
        </p:nvSpPr>
        <p:spPr>
          <a:xfrm>
            <a:off x="8794750" y="5024438"/>
            <a:ext cx="2709863" cy="83099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 expressions</a:t>
            </a:r>
            <a:endParaRPr lang="pl-PL" sz="1600" b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ctr">
              <a:defRPr/>
            </a:pPr>
            <a:r>
              <a:rPr lang="pl-PL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after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already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before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</a:p>
          <a:p>
            <a:pPr algn="ctr">
              <a:defRPr/>
            </a:pPr>
            <a:r>
              <a:rPr lang="pl-PL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by the </a:t>
            </a:r>
            <a:r>
              <a:rPr lang="pl-PL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just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never</a:t>
            </a:r>
            <a:r>
              <a:rPr lang="pl-PL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until</a:t>
            </a:r>
            <a:endParaRPr lang="en-GB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4" name="Rectangle 4">
            <a:extLst>
              <a:ext uri="{FF2B5EF4-FFF2-40B4-BE49-F238E27FC236}">
                <a16:creationId xmlns:a16="http://schemas.microsoft.com/office/drawing/2014/main" id="{0DD002B9-76A8-4646-A57E-A50BE8C66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348" y="2205035"/>
            <a:ext cx="6175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We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had</a:t>
            </a: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finished</a:t>
            </a: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our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lunch 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by the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time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charset="0"/>
                <a:cs typeface="Open Sans" panose="020B0606030504020204" pitchFamily="34" charset="0"/>
                <a:sym typeface="Arial"/>
              </a:rPr>
              <a:t>our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charset="0"/>
                <a:cs typeface="Open Sans" panose="020B0606030504020204" pitchFamily="34" charset="0"/>
                <a:sym typeface="Arial"/>
              </a:rPr>
              <a:t>friends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arrived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5" name="Rectangle 4">
            <a:extLst>
              <a:ext uri="{FF2B5EF4-FFF2-40B4-BE49-F238E27FC236}">
                <a16:creationId xmlns:a16="http://schemas.microsoft.com/office/drawing/2014/main" id="{84B9373C-1391-4314-B053-0C86210B2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348" y="2581273"/>
            <a:ext cx="81946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Before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she</a:t>
            </a: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watched</a:t>
            </a: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the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documentary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Sally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hadn’t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thought</a:t>
            </a:r>
            <a:r>
              <a:rPr lang="pl-PL" altLang="en-US" sz="1600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much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about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pollution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6" name="Rectangle 4">
            <a:extLst>
              <a:ext uri="{FF2B5EF4-FFF2-40B4-BE49-F238E27FC236}">
                <a16:creationId xmlns:a16="http://schemas.microsoft.com/office/drawing/2014/main" id="{6D302648-C6F8-4261-AE7B-0B4DCA52E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348" y="3294057"/>
            <a:ext cx="58070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I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hadn’t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heard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about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Luke’s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news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until</a:t>
            </a: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charset="0"/>
                <a:cs typeface="Open Sans" panose="020B0606030504020204" pitchFamily="34" charset="0"/>
                <a:sym typeface="Arial"/>
              </a:rPr>
              <a:t>Connor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told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charset="0"/>
                <a:cs typeface="Open Sans" panose="020B0606030504020204" pitchFamily="34" charset="0"/>
                <a:sym typeface="Arial"/>
              </a:rPr>
              <a:t> me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8" name="Rectangle 4">
            <a:extLst>
              <a:ext uri="{FF2B5EF4-FFF2-40B4-BE49-F238E27FC236}">
                <a16:creationId xmlns:a16="http://schemas.microsoft.com/office/drawing/2014/main" id="{54D8D5C8-FE92-4AE5-8B89-BFAE75AE0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348" y="2952747"/>
            <a:ext cx="80629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He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started</a:t>
            </a: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recycling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more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after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he </a:t>
            </a:r>
            <a:r>
              <a:rPr lang="pl-PL" altLang="en-US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had</a:t>
            </a:r>
            <a:r>
              <a:rPr lang="pl-PL" altLang="en-US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altLang="en-US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l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earned</a:t>
            </a:r>
            <a:r>
              <a:rPr lang="pl-PL" altLang="en-US" sz="1600" dirty="0">
                <a:solidFill>
                  <a:srgbClr val="008ED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where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his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rubbish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went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Rectangle 4">
            <a:extLst>
              <a:ext uri="{FF2B5EF4-FFF2-40B4-BE49-F238E27FC236}">
                <a16:creationId xmlns:a16="http://schemas.microsoft.com/office/drawing/2014/main" id="{07559354-8178-46DC-B553-97B83E33E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2348" y="3635372"/>
            <a:ext cx="71008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We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’d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just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got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home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when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he 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rang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6" grpId="0"/>
      <p:bldP spid="41" grpId="0"/>
      <p:bldP spid="48" grpId="0"/>
      <p:bldP spid="60" grpId="0"/>
      <p:bldP spid="61" grpId="0"/>
      <p:bldP spid="63" grpId="0"/>
      <p:bldP spid="64" grpId="0"/>
      <p:bldP spid="65" grpId="0"/>
      <p:bldP spid="66" grpId="0"/>
      <p:bldP spid="68" grpId="0"/>
      <p:bldP spid="6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2C0B94-8EDE-4BF7-84B5-7D899F4CEA3D}"/>
              </a:ext>
            </a:extLst>
          </p:cNvPr>
          <p:cNvSpPr txBox="1"/>
          <p:nvPr/>
        </p:nvSpPr>
        <p:spPr>
          <a:xfrm>
            <a:off x="211138" y="1728788"/>
            <a:ext cx="11684000" cy="47704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300000"/>
              </a:lnSpc>
              <a:defRPr/>
            </a:pP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Until last year, I </a:t>
            </a:r>
            <a:r>
              <a:rPr lang="en-GB" sz="16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 (read) about solar energy only in my school books and I</a:t>
            </a:r>
          </a:p>
          <a:p>
            <a:pPr>
              <a:lnSpc>
                <a:spcPct val="300000"/>
              </a:lnSpc>
              <a:defRPr/>
            </a:pPr>
            <a:r>
              <a:rPr lang="en-GB" sz="16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 (never/see) a solar panel. Then last year my uncle </a:t>
            </a:r>
            <a:r>
              <a:rPr lang="en-GB" sz="16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_____________________ (fill) one of</a:t>
            </a:r>
          </a:p>
          <a:p>
            <a:pPr>
              <a:lnSpc>
                <a:spcPct val="300000"/>
              </a:lnSpc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fields on his farm with solar panels. Before that, he</a:t>
            </a:r>
            <a:r>
              <a:rPr lang="en-GB" sz="16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4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_____________________ (grow) potatoes in the field. </a:t>
            </a:r>
          </a:p>
          <a:p>
            <a:pPr>
              <a:lnSpc>
                <a:spcPct val="300000"/>
              </a:lnSpc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My uncle </a:t>
            </a:r>
            <a:r>
              <a:rPr lang="en-GB" sz="16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5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 (not think) of doing it before, but another local farmer gave him the idea.</a:t>
            </a:r>
          </a:p>
          <a:p>
            <a:pPr>
              <a:lnSpc>
                <a:spcPct val="300000"/>
              </a:lnSpc>
              <a:defRPr/>
            </a:pPr>
            <a:r>
              <a:rPr lang="en-GB" sz="16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6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__________________________ (I/ever/imagine) that one of my uncle’s fields </a:t>
            </a:r>
            <a:r>
              <a:rPr lang="en-GB" sz="1600" baseline="300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7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____________________ (can) produce </a:t>
            </a:r>
          </a:p>
          <a:p>
            <a:pPr>
              <a:lnSpc>
                <a:spcPct val="300000"/>
              </a:lnSpc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renewable energy? No, never!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pl-PL" sz="16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1507" name="Shape 82">
            <a:extLst>
              <a:ext uri="{FF2B5EF4-FFF2-40B4-BE49-F238E27FC236}">
                <a16:creationId xmlns:a16="http://schemas.microsoft.com/office/drawing/2014/main" id="{D391ED81-7E92-43E6-BABC-8C2CDEA64FD1}"/>
              </a:ext>
            </a:extLst>
          </p:cNvPr>
          <p:cNvSpPr txBox="1">
            <a:spLocks/>
          </p:cNvSpPr>
          <p:nvPr/>
        </p:nvSpPr>
        <p:spPr bwMode="auto">
          <a:xfrm>
            <a:off x="1663700" y="922338"/>
            <a:ext cx="8462963" cy="84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45700" rIns="91425" bIns="45700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  <a:spcAft>
                <a:spcPts val="2100"/>
              </a:spcAft>
              <a:buClr>
                <a:srgbClr val="595959"/>
              </a:buClr>
            </a:pPr>
            <a:r>
              <a:rPr lang="en-GB" altLang="en-US" sz="2000" b="1" dirty="0">
                <a:solidFill>
                  <a:srgbClr val="404040"/>
                </a:solidFill>
              </a:rPr>
              <a:t>Complete the text with the Past Perfect or Past Simple form of the verbs in brackets.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A4FAFBA-0FF5-4B83-A7AE-9F71704548BC}"/>
              </a:ext>
            </a:extLst>
          </p:cNvPr>
          <p:cNvSpPr/>
          <p:nvPr/>
        </p:nvSpPr>
        <p:spPr>
          <a:xfrm>
            <a:off x="462755" y="2790616"/>
            <a:ext cx="159702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had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never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seen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2" name="Rectangle 32">
            <a:extLst>
              <a:ext uri="{FF2B5EF4-FFF2-40B4-BE49-F238E27FC236}">
                <a16:creationId xmlns:a16="http://schemas.microsoft.com/office/drawing/2014/main" id="{B1E96F2C-DAEA-44B1-AFDD-8E272C526B11}"/>
              </a:ext>
            </a:extLst>
          </p:cNvPr>
          <p:cNvSpPr/>
          <p:nvPr/>
        </p:nvSpPr>
        <p:spPr>
          <a:xfrm>
            <a:off x="7200265" y="2791033"/>
            <a:ext cx="647700" cy="3381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filled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3" name="Rectangle 32">
            <a:extLst>
              <a:ext uri="{FF2B5EF4-FFF2-40B4-BE49-F238E27FC236}">
                <a16:creationId xmlns:a16="http://schemas.microsoft.com/office/drawing/2014/main" id="{F189C3A0-43F9-4DC1-8A22-6F3DAD59339F}"/>
              </a:ext>
            </a:extLst>
          </p:cNvPr>
          <p:cNvSpPr/>
          <p:nvPr/>
        </p:nvSpPr>
        <p:spPr>
          <a:xfrm>
            <a:off x="5552124" y="3527990"/>
            <a:ext cx="1166812" cy="338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had grown</a:t>
            </a:r>
          </a:p>
        </p:txBody>
      </p:sp>
      <p:sp>
        <p:nvSpPr>
          <p:cNvPr id="14" name="Rectangle 32">
            <a:extLst>
              <a:ext uri="{FF2B5EF4-FFF2-40B4-BE49-F238E27FC236}">
                <a16:creationId xmlns:a16="http://schemas.microsoft.com/office/drawing/2014/main" id="{BF1DD252-A2DF-41C6-83A3-E72DA88360A3}"/>
              </a:ext>
            </a:extLst>
          </p:cNvPr>
          <p:cNvSpPr/>
          <p:nvPr/>
        </p:nvSpPr>
        <p:spPr>
          <a:xfrm>
            <a:off x="1319844" y="4258237"/>
            <a:ext cx="152558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hadn’t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thought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5" name="Rectangle 32">
            <a:extLst>
              <a:ext uri="{FF2B5EF4-FFF2-40B4-BE49-F238E27FC236}">
                <a16:creationId xmlns:a16="http://schemas.microsoft.com/office/drawing/2014/main" id="{EB7C129D-FFAF-46DE-B665-6148A5045E84}"/>
              </a:ext>
            </a:extLst>
          </p:cNvPr>
          <p:cNvSpPr/>
          <p:nvPr/>
        </p:nvSpPr>
        <p:spPr>
          <a:xfrm>
            <a:off x="7200265" y="4988486"/>
            <a:ext cx="709613" cy="3381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could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8" name="Shape 81">
            <a:extLst>
              <a:ext uri="{FF2B5EF4-FFF2-40B4-BE49-F238E27FC236}">
                <a16:creationId xmlns:a16="http://schemas.microsoft.com/office/drawing/2014/main" id="{BD88ABD7-A73B-4B34-AAC0-D03E14616C87}"/>
              </a:ext>
            </a:extLst>
          </p:cNvPr>
          <p:cNvSpPr txBox="1">
            <a:spLocks/>
          </p:cNvSpPr>
          <p:nvPr/>
        </p:nvSpPr>
        <p:spPr>
          <a:xfrm>
            <a:off x="1663700" y="233363"/>
            <a:ext cx="4776788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Practice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Time</a:t>
            </a:r>
          </a:p>
        </p:txBody>
      </p:sp>
      <p:sp>
        <p:nvSpPr>
          <p:cNvPr id="21514" name="Footer Placeholder 1">
            <a:extLst>
              <a:ext uri="{FF2B5EF4-FFF2-40B4-BE49-F238E27FC236}">
                <a16:creationId xmlns:a16="http://schemas.microsoft.com/office/drawing/2014/main" id="{C5C192D4-69C4-4702-8886-33BD10072E9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  <p:sp>
        <p:nvSpPr>
          <p:cNvPr id="16" name="Rectangle 32">
            <a:extLst>
              <a:ext uri="{FF2B5EF4-FFF2-40B4-BE49-F238E27FC236}">
                <a16:creationId xmlns:a16="http://schemas.microsoft.com/office/drawing/2014/main" id="{2DFFD402-E24D-45AD-944E-6F87AC7FB267}"/>
              </a:ext>
            </a:extLst>
          </p:cNvPr>
          <p:cNvSpPr/>
          <p:nvPr/>
        </p:nvSpPr>
        <p:spPr>
          <a:xfrm>
            <a:off x="1879599" y="2056776"/>
            <a:ext cx="12369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had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read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9" name="Rectangle 32">
            <a:extLst>
              <a:ext uri="{FF2B5EF4-FFF2-40B4-BE49-F238E27FC236}">
                <a16:creationId xmlns:a16="http://schemas.microsoft.com/office/drawing/2014/main" id="{4A2A09DF-0F4A-4207-BD49-68D16A190528}"/>
              </a:ext>
            </a:extLst>
          </p:cNvPr>
          <p:cNvSpPr/>
          <p:nvPr/>
        </p:nvSpPr>
        <p:spPr>
          <a:xfrm>
            <a:off x="470375" y="4988486"/>
            <a:ext cx="20145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Had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I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ever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imagined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pic>
        <p:nvPicPr>
          <p:cNvPr id="21517" name="Obraz 10">
            <a:extLst>
              <a:ext uri="{FF2B5EF4-FFF2-40B4-BE49-F238E27FC236}">
                <a16:creationId xmlns:a16="http://schemas.microsoft.com/office/drawing/2014/main" id="{3435F9C1-21D3-47C2-83AA-09552DFFB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138" y="236538"/>
            <a:ext cx="12303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2" grpId="0"/>
      <p:bldP spid="13" grpId="0"/>
      <p:bldP spid="14" grpId="0"/>
      <p:bldP spid="15" grpId="0"/>
      <p:bldP spid="19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5596</TotalTime>
  <Words>636</Words>
  <Application>Microsoft Office PowerPoint</Application>
  <PresentationFormat>Panoramiczny</PresentationFormat>
  <Paragraphs>62</Paragraphs>
  <Slides>6</Slides>
  <Notes>6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1" baseType="lpstr">
      <vt:lpstr>Arial</vt:lpstr>
      <vt:lpstr>Open Sans</vt:lpstr>
      <vt:lpstr>Open Sans Light</vt:lpstr>
      <vt:lpstr>Rokkitt</vt:lpstr>
      <vt:lpstr>Simple Light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Emphatic structures</dc:title>
  <dc:creator>Louise Manicolo</dc:creator>
  <cp:lastModifiedBy>Kwiatkowski, Cezary</cp:lastModifiedBy>
  <cp:revision>428</cp:revision>
  <dcterms:modified xsi:type="dcterms:W3CDTF">2021-02-17T14:09:40Z</dcterms:modified>
</cp:coreProperties>
</file>